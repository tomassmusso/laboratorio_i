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6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Clase - objeto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8159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Clase - Objeto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Objeto (Encapsulamiento)</a:t>
            </a:r>
          </a:p>
          <a:p>
            <a:pPr lvl="1"/>
            <a:r>
              <a:rPr lang="es-AR" dirty="0"/>
              <a:t>Datos </a:t>
            </a:r>
          </a:p>
          <a:p>
            <a:pPr lvl="1"/>
            <a:r>
              <a:rPr lang="es-AR" dirty="0"/>
              <a:t>Operaciones necesarias para actuar sobre los </a:t>
            </a:r>
            <a:r>
              <a:rPr lang="es-AR" dirty="0" smtClean="0"/>
              <a:t>datos</a:t>
            </a:r>
          </a:p>
          <a:p>
            <a:r>
              <a:rPr lang="es-AR" dirty="0" smtClean="0"/>
              <a:t>Clase (Abstracción)</a:t>
            </a:r>
          </a:p>
          <a:p>
            <a:pPr lvl="1"/>
            <a:r>
              <a:rPr lang="es-AR" dirty="0" smtClean="0"/>
              <a:t>Variables</a:t>
            </a:r>
          </a:p>
          <a:p>
            <a:pPr lvl="1"/>
            <a:r>
              <a:rPr lang="es-AR" dirty="0" smtClean="0"/>
              <a:t>Métodos</a:t>
            </a:r>
          </a:p>
          <a:p>
            <a:r>
              <a:rPr lang="es-AR" dirty="0" smtClean="0"/>
              <a:t>Instancia</a:t>
            </a:r>
          </a:p>
          <a:p>
            <a:pPr lvl="1"/>
            <a:r>
              <a:rPr lang="es-AR" dirty="0" smtClean="0"/>
              <a:t>Un elemento que se crea a partir de la clase</a:t>
            </a:r>
          </a:p>
        </p:txBody>
      </p:sp>
    </p:spTree>
    <p:extLst>
      <p:ext uri="{BB962C8B-B14F-4D97-AF65-F5344CB8AC3E}">
        <p14:creationId xmlns:p14="http://schemas.microsoft.com/office/powerpoint/2010/main" val="419789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Recorte</Template>
  <TotalTime>8</TotalTime>
  <Words>35</Words>
  <Application>Microsoft Office PowerPoint</Application>
  <PresentationFormat>Panorámica</PresentationFormat>
  <Paragraphs>10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Franklin Gothic Book</vt:lpstr>
      <vt:lpstr>Crop</vt:lpstr>
      <vt:lpstr>Clase - objeto</vt:lpstr>
      <vt:lpstr>Clase - Objeto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- objeto</dc:title>
  <dc:creator>martha</dc:creator>
  <cp:lastModifiedBy>martha</cp:lastModifiedBy>
  <cp:revision>1</cp:revision>
  <dcterms:created xsi:type="dcterms:W3CDTF">2024-03-12T03:35:03Z</dcterms:created>
  <dcterms:modified xsi:type="dcterms:W3CDTF">2024-03-12T03:43:04Z</dcterms:modified>
</cp:coreProperties>
</file>