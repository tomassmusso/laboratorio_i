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9753600" cx="13004800"/>
  <p:notesSz cx="6858000" cy="9144000"/>
  <p:embeddedFontLst>
    <p:embeddedFont>
      <p:font typeface="Helvetica Neue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7" roundtripDataSignature="AMtx7miOLdEPYGyApZNr0sM+AbOjAS62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HelveticaNeue-bold.fntdata"/><Relationship Id="rId23" Type="http://schemas.openxmlformats.org/officeDocument/2006/relationships/font" Target="fonts/HelveticaNeue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HelveticaNeue-boldItalic.fntdata"/><Relationship Id="rId25" Type="http://schemas.openxmlformats.org/officeDocument/2006/relationships/font" Target="fonts/HelveticaNeue-italic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subtítulo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1270000" y="5041900"/>
            <a:ext cx="10464800" cy="1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  <a:defRPr sz="37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  <a:defRPr sz="37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  <a:defRPr sz="37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  <a:defRPr sz="37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  <a:defRPr sz="3700"/>
            </a:lvl5pPr>
            <a:lvl6pPr indent="-394335" lvl="5" marL="2743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12" name="Google Shape;12;p20"/>
          <p:cNvSpPr txBox="1"/>
          <p:nvPr>
            <p:ph idx="12" type="sldNum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(horizontal)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1"/>
          <p:cNvSpPr/>
          <p:nvPr>
            <p:ph idx="2" type="pic"/>
          </p:nvPr>
        </p:nvSpPr>
        <p:spPr>
          <a:xfrm>
            <a:off x="1625600" y="673100"/>
            <a:ext cx="9753600" cy="59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5" name="Google Shape;15;p21"/>
          <p:cNvSpPr txBox="1"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6" name="Google Shape;16;p21"/>
          <p:cNvSpPr txBox="1"/>
          <p:nvPr>
            <p:ph idx="1" type="body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  <a:defRPr sz="37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  <a:defRPr sz="37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  <a:defRPr sz="37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  <a:defRPr sz="37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  <a:defRPr sz="3700"/>
            </a:lvl5pPr>
            <a:lvl6pPr indent="-394335" lvl="5" marL="2743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2" type="sldNum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(centro)">
  <p:cSld name="Título (centro)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2"/>
          <p:cNvSpPr txBox="1"/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(vertical)">
  <p:cSld name="Foto (vertical)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/>
          <p:nvPr>
            <p:ph idx="2" type="pic"/>
          </p:nvPr>
        </p:nvSpPr>
        <p:spPr>
          <a:xfrm>
            <a:off x="6718300" y="635000"/>
            <a:ext cx="5334000" cy="8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3" name="Google Shape;23;p23"/>
          <p:cNvSpPr txBox="1"/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" type="body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  <a:defRPr sz="37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  <a:defRPr sz="37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  <a:defRPr sz="37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  <a:defRPr sz="37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  <a:defRPr sz="3700"/>
            </a:lvl5pPr>
            <a:lvl6pPr indent="-394335" lvl="5" marL="2743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2" type="sldNum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(arriba)">
  <p:cSld name="Título (arriba)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4"/>
          <p:cNvSpPr txBox="1"/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2" type="sldNum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viñetas">
  <p:cSld name="Título y viñeta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/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" type="body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, viñetas y foto">
  <p:cSld name="Título, viñetas y foto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/>
          <p:nvPr>
            <p:ph idx="2" type="pic"/>
          </p:nvPr>
        </p:nvSpPr>
        <p:spPr>
          <a:xfrm>
            <a:off x="6718300" y="2590800"/>
            <a:ext cx="5334000" cy="6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5" name="Google Shape;35;p26"/>
          <p:cNvSpPr txBox="1"/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1" type="body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486410" lvl="0" marL="4572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Helvetica Neue"/>
              <a:buChar char="•"/>
              <a:defRPr sz="2800"/>
            </a:lvl1pPr>
            <a:lvl2pPr indent="-486410" lvl="1" marL="9144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Helvetica Neue"/>
              <a:buChar char="•"/>
              <a:defRPr sz="2800"/>
            </a:lvl2pPr>
            <a:lvl3pPr indent="-486410" lvl="2" marL="13716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Helvetica Neue"/>
              <a:buChar char="•"/>
              <a:defRPr sz="2800"/>
            </a:lvl3pPr>
            <a:lvl4pPr indent="-486410" lvl="3" marL="18288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Helvetica Neue"/>
              <a:buChar char="•"/>
              <a:defRPr sz="2800"/>
            </a:lvl4pPr>
            <a:lvl5pPr indent="-486410" lvl="4" marL="22860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Helvetica Neue"/>
              <a:buChar char="•"/>
              <a:defRPr sz="2800"/>
            </a:lvl5pPr>
            <a:lvl6pPr indent="-394335" lvl="5" marL="2743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37" name="Google Shape;37;p26"/>
          <p:cNvSpPr txBox="1"/>
          <p:nvPr>
            <p:ph idx="12" type="sldNum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ñetas">
  <p:cSld name="Viñeta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7"/>
          <p:cNvSpPr txBox="1"/>
          <p:nvPr>
            <p:ph idx="1" type="body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12" type="sldNum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fotos">
  <p:cSld name="3 foto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8"/>
          <p:cNvSpPr/>
          <p:nvPr>
            <p:ph idx="2" type="pic"/>
          </p:nvPr>
        </p:nvSpPr>
        <p:spPr>
          <a:xfrm>
            <a:off x="6718300" y="5092700"/>
            <a:ext cx="533400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3" name="Google Shape;43;p28"/>
          <p:cNvSpPr/>
          <p:nvPr>
            <p:ph idx="3" type="pic"/>
          </p:nvPr>
        </p:nvSpPr>
        <p:spPr>
          <a:xfrm>
            <a:off x="6718300" y="889000"/>
            <a:ext cx="533400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4" name="Google Shape;44;p28"/>
          <p:cNvSpPr/>
          <p:nvPr>
            <p:ph idx="4" type="pic"/>
          </p:nvPr>
        </p:nvSpPr>
        <p:spPr>
          <a:xfrm>
            <a:off x="952500" y="889000"/>
            <a:ext cx="5334000" cy="79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5" name="Google Shape;45;p28"/>
          <p:cNvSpPr txBox="1"/>
          <p:nvPr>
            <p:ph idx="12" type="sldNum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">
  <p:cSld name="Cita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9"/>
          <p:cNvSpPr txBox="1"/>
          <p:nvPr>
            <p:ph idx="1" type="body"/>
          </p:nvPr>
        </p:nvSpPr>
        <p:spPr>
          <a:xfrm>
            <a:off x="1270000" y="6362700"/>
            <a:ext cx="10464800" cy="46136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i="1" sz="2400"/>
            </a:lvl1pPr>
            <a:lvl2pPr indent="-394335" lvl="1" marL="914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48" name="Google Shape;48;p29"/>
          <p:cNvSpPr txBox="1"/>
          <p:nvPr>
            <p:ph idx="2" type="body"/>
          </p:nvPr>
        </p:nvSpPr>
        <p:spPr>
          <a:xfrm>
            <a:off x="1270000" y="4267112"/>
            <a:ext cx="10464800" cy="609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Helvetica Neue"/>
              <a:buNone/>
              <a:defRPr sz="3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94335" lvl="1" marL="914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49" name="Google Shape;49;p29"/>
          <p:cNvSpPr txBox="1"/>
          <p:nvPr>
            <p:ph idx="12" type="sldNum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">
  <p:cSld name="Foto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0"/>
          <p:cNvSpPr/>
          <p:nvPr>
            <p:ph idx="2" type="pic"/>
          </p:nvPr>
        </p:nvSpPr>
        <p:spPr>
          <a:xfrm>
            <a:off x="0" y="0"/>
            <a:ext cx="13004800" cy="97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2" name="Google Shape;52;p30"/>
          <p:cNvSpPr txBox="1"/>
          <p:nvPr>
            <p:ph idx="12" type="sldNum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>
  <p:cSld name="En blanco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1"/>
          <p:cNvSpPr txBox="1"/>
          <p:nvPr>
            <p:ph idx="12" type="sldNum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sz="16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"/>
              <a:buNone/>
              <a:defRPr b="0" i="0" sz="8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"/>
              <a:buNone/>
              <a:defRPr b="0" i="0" sz="8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"/>
              <a:buNone/>
              <a:defRPr b="0" i="0" sz="8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"/>
              <a:buNone/>
              <a:defRPr b="0" i="0" sz="8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"/>
              <a:buNone/>
              <a:defRPr b="0" i="0" sz="8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"/>
              <a:buNone/>
              <a:defRPr b="0" i="0" sz="8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"/>
              <a:buNone/>
              <a:defRPr b="0" i="0" sz="8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"/>
              <a:buNone/>
              <a:defRPr b="0" i="0" sz="8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"/>
              <a:buNone/>
              <a:defRPr b="0" i="0" sz="8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523240" lvl="0" marL="4572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523240" lvl="1" marL="9144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523239" lvl="2" marL="13716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523239" lvl="3" marL="18288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523239" lvl="4" marL="22860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523239" lvl="5" marL="27432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523239" lvl="6" marL="32004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523239" lvl="7" marL="36576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523240" lvl="8" marL="41148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2" type="sldNum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 txBox="1"/>
          <p:nvPr/>
        </p:nvSpPr>
        <p:spPr>
          <a:xfrm>
            <a:off x="4279264" y="3358519"/>
            <a:ext cx="4865371" cy="1626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Helvetica Neue"/>
              <a:buNone/>
            </a:pPr>
            <a:r>
              <a:rPr b="1" i="0" lang="en-US" sz="10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Objetos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/>
          <p:nvPr>
            <p:ph idx="4294967295" type="subTitle"/>
          </p:nvPr>
        </p:nvSpPr>
        <p:spPr>
          <a:xfrm>
            <a:off x="592579" y="3487380"/>
            <a:ext cx="8522198" cy="56785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71"/>
              <a:buFont typeface="Helvetica Neue"/>
              <a:buNone/>
            </a:pPr>
            <a:r>
              <a:rPr b="0" i="0" lang="en-US" sz="3071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Objeto</a:t>
            </a:r>
            <a:endParaRPr/>
          </a:p>
        </p:txBody>
      </p:sp>
      <p:sp>
        <p:nvSpPr>
          <p:cNvPr id="65" name="Google Shape;65;p2"/>
          <p:cNvSpPr txBox="1"/>
          <p:nvPr/>
        </p:nvSpPr>
        <p:spPr>
          <a:xfrm>
            <a:off x="7216926" y="6149326"/>
            <a:ext cx="4568208" cy="11303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fontScale="70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Helvetica Neue"/>
              <a:buNone/>
            </a:pPr>
            <a:r>
              <a:rPr b="0" i="0" lang="en-US" sz="3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Responsabilidades/</a:t>
            </a:r>
            <a:br>
              <a:rPr b="0" i="0" lang="en-US" sz="3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3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Operaciones que pondemos hace</a:t>
            </a:r>
            <a:r>
              <a:rPr lang="en-US" sz="3700">
                <a:latin typeface="Helvetica Neue"/>
                <a:ea typeface="Helvetica Neue"/>
                <a:cs typeface="Helvetica Neue"/>
                <a:sym typeface="Helvetica Neue"/>
              </a:rPr>
              <a:t>r sobre los objetos</a:t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5452959" y="1651259"/>
            <a:ext cx="737926" cy="685282"/>
          </a:xfrm>
          <a:custGeom>
            <a:rect b="b" l="l" r="r" t="t"/>
            <a:pathLst>
              <a:path extrusionOk="0" h="21600" w="21537">
                <a:moveTo>
                  <a:pt x="16002" y="0"/>
                </a:moveTo>
                <a:lnTo>
                  <a:pt x="15692" y="171"/>
                </a:lnTo>
                <a:lnTo>
                  <a:pt x="15886" y="578"/>
                </a:lnTo>
                <a:lnTo>
                  <a:pt x="15308" y="898"/>
                </a:lnTo>
                <a:lnTo>
                  <a:pt x="16044" y="3041"/>
                </a:lnTo>
                <a:lnTo>
                  <a:pt x="15405" y="3377"/>
                </a:lnTo>
                <a:lnTo>
                  <a:pt x="14353" y="2744"/>
                </a:lnTo>
                <a:cubicBezTo>
                  <a:pt x="14137" y="2614"/>
                  <a:pt x="13873" y="2784"/>
                  <a:pt x="13877" y="3051"/>
                </a:cubicBezTo>
                <a:lnTo>
                  <a:pt x="13877" y="3091"/>
                </a:lnTo>
                <a:lnTo>
                  <a:pt x="2084" y="5347"/>
                </a:lnTo>
                <a:cubicBezTo>
                  <a:pt x="1994" y="5133"/>
                  <a:pt x="1750" y="5044"/>
                  <a:pt x="1557" y="5163"/>
                </a:cubicBezTo>
                <a:lnTo>
                  <a:pt x="189" y="6011"/>
                </a:lnTo>
                <a:cubicBezTo>
                  <a:pt x="-16" y="6138"/>
                  <a:pt x="-63" y="6434"/>
                  <a:pt x="92" y="6626"/>
                </a:cubicBezTo>
                <a:lnTo>
                  <a:pt x="779" y="7478"/>
                </a:lnTo>
                <a:cubicBezTo>
                  <a:pt x="871" y="7592"/>
                  <a:pt x="1012" y="7637"/>
                  <a:pt x="1144" y="7604"/>
                </a:cubicBezTo>
                <a:lnTo>
                  <a:pt x="7842" y="17569"/>
                </a:lnTo>
                <a:cubicBezTo>
                  <a:pt x="7796" y="17616"/>
                  <a:pt x="7773" y="17684"/>
                  <a:pt x="7782" y="17753"/>
                </a:cubicBezTo>
                <a:cubicBezTo>
                  <a:pt x="7805" y="17919"/>
                  <a:pt x="7846" y="18228"/>
                  <a:pt x="7866" y="18410"/>
                </a:cubicBezTo>
                <a:cubicBezTo>
                  <a:pt x="7867" y="18424"/>
                  <a:pt x="7870" y="18437"/>
                  <a:pt x="7874" y="18450"/>
                </a:cubicBezTo>
                <a:lnTo>
                  <a:pt x="7811" y="18450"/>
                </a:lnTo>
                <a:lnTo>
                  <a:pt x="6110" y="18999"/>
                </a:lnTo>
                <a:lnTo>
                  <a:pt x="4674" y="20383"/>
                </a:lnTo>
                <a:lnTo>
                  <a:pt x="4674" y="21600"/>
                </a:lnTo>
                <a:lnTo>
                  <a:pt x="11853" y="21600"/>
                </a:lnTo>
                <a:lnTo>
                  <a:pt x="11853" y="20383"/>
                </a:lnTo>
                <a:lnTo>
                  <a:pt x="10417" y="18999"/>
                </a:lnTo>
                <a:lnTo>
                  <a:pt x="8936" y="18522"/>
                </a:lnTo>
                <a:lnTo>
                  <a:pt x="9489" y="18094"/>
                </a:lnTo>
                <a:cubicBezTo>
                  <a:pt x="9571" y="18031"/>
                  <a:pt x="9596" y="17911"/>
                  <a:pt x="9547" y="17817"/>
                </a:cubicBezTo>
                <a:lnTo>
                  <a:pt x="9431" y="17599"/>
                </a:lnTo>
                <a:cubicBezTo>
                  <a:pt x="9405" y="17549"/>
                  <a:pt x="9399" y="17490"/>
                  <a:pt x="9414" y="17435"/>
                </a:cubicBezTo>
                <a:lnTo>
                  <a:pt x="9598" y="16747"/>
                </a:lnTo>
                <a:cubicBezTo>
                  <a:pt x="9619" y="16666"/>
                  <a:pt x="9595" y="16579"/>
                  <a:pt x="9535" y="16525"/>
                </a:cubicBezTo>
                <a:lnTo>
                  <a:pt x="9365" y="16373"/>
                </a:lnTo>
                <a:cubicBezTo>
                  <a:pt x="9291" y="16306"/>
                  <a:pt x="9183" y="16306"/>
                  <a:pt x="9110" y="16374"/>
                </a:cubicBezTo>
                <a:lnTo>
                  <a:pt x="8838" y="16630"/>
                </a:lnTo>
                <a:lnTo>
                  <a:pt x="2301" y="6905"/>
                </a:lnTo>
                <a:cubicBezTo>
                  <a:pt x="2345" y="6870"/>
                  <a:pt x="2380" y="6825"/>
                  <a:pt x="2405" y="6775"/>
                </a:cubicBezTo>
                <a:lnTo>
                  <a:pt x="13948" y="4567"/>
                </a:lnTo>
                <a:cubicBezTo>
                  <a:pt x="14038" y="4712"/>
                  <a:pt x="14225" y="4774"/>
                  <a:pt x="14380" y="4673"/>
                </a:cubicBezTo>
                <a:lnTo>
                  <a:pt x="15437" y="3990"/>
                </a:lnTo>
                <a:cubicBezTo>
                  <a:pt x="15522" y="3936"/>
                  <a:pt x="15571" y="3851"/>
                  <a:pt x="15587" y="3759"/>
                </a:cubicBezTo>
                <a:lnTo>
                  <a:pt x="16161" y="3456"/>
                </a:lnTo>
                <a:lnTo>
                  <a:pt x="15784" y="7603"/>
                </a:lnTo>
                <a:lnTo>
                  <a:pt x="21537" y="4414"/>
                </a:lnTo>
                <a:lnTo>
                  <a:pt x="18153" y="2300"/>
                </a:lnTo>
                <a:lnTo>
                  <a:pt x="16771" y="86"/>
                </a:lnTo>
                <a:lnTo>
                  <a:pt x="16194" y="406"/>
                </a:lnTo>
                <a:lnTo>
                  <a:pt x="16002" y="0"/>
                </a:lnTo>
                <a:close/>
                <a:moveTo>
                  <a:pt x="13884" y="3526"/>
                </a:moveTo>
                <a:lnTo>
                  <a:pt x="13892" y="4143"/>
                </a:lnTo>
                <a:lnTo>
                  <a:pt x="2395" y="6342"/>
                </a:lnTo>
                <a:lnTo>
                  <a:pt x="2213" y="5758"/>
                </a:lnTo>
                <a:lnTo>
                  <a:pt x="13884" y="3526"/>
                </a:lnTo>
                <a:close/>
                <a:moveTo>
                  <a:pt x="1958" y="7124"/>
                </a:moveTo>
                <a:lnTo>
                  <a:pt x="8537" y="16914"/>
                </a:lnTo>
                <a:lnTo>
                  <a:pt x="8143" y="17287"/>
                </a:lnTo>
                <a:lnTo>
                  <a:pt x="1503" y="7406"/>
                </a:lnTo>
                <a:lnTo>
                  <a:pt x="1958" y="71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3355449" y="5653545"/>
            <a:ext cx="805313" cy="685283"/>
          </a:xfrm>
          <a:custGeom>
            <a:rect b="b" l="l" r="r" t="t"/>
            <a:pathLst>
              <a:path extrusionOk="0" h="21600" w="21600">
                <a:moveTo>
                  <a:pt x="8810" y="0"/>
                </a:moveTo>
                <a:cubicBezTo>
                  <a:pt x="8848" y="248"/>
                  <a:pt x="9130" y="1867"/>
                  <a:pt x="10801" y="1867"/>
                </a:cubicBezTo>
                <a:cubicBezTo>
                  <a:pt x="12488" y="1867"/>
                  <a:pt x="12769" y="235"/>
                  <a:pt x="12802" y="0"/>
                </a:cubicBezTo>
                <a:cubicBezTo>
                  <a:pt x="12753" y="6"/>
                  <a:pt x="12709" y="37"/>
                  <a:pt x="12682" y="50"/>
                </a:cubicBezTo>
                <a:cubicBezTo>
                  <a:pt x="11681" y="666"/>
                  <a:pt x="9914" y="666"/>
                  <a:pt x="8913" y="50"/>
                </a:cubicBezTo>
                <a:cubicBezTo>
                  <a:pt x="8891" y="37"/>
                  <a:pt x="8853" y="13"/>
                  <a:pt x="8810" y="0"/>
                </a:cubicBezTo>
                <a:close/>
                <a:moveTo>
                  <a:pt x="8496" y="81"/>
                </a:moveTo>
                <a:cubicBezTo>
                  <a:pt x="7079" y="564"/>
                  <a:pt x="5219" y="1270"/>
                  <a:pt x="4370" y="1575"/>
                </a:cubicBezTo>
                <a:cubicBezTo>
                  <a:pt x="3905" y="1740"/>
                  <a:pt x="3829" y="1816"/>
                  <a:pt x="3628" y="1962"/>
                </a:cubicBezTo>
                <a:cubicBezTo>
                  <a:pt x="3423" y="2115"/>
                  <a:pt x="3078" y="2606"/>
                  <a:pt x="3078" y="2606"/>
                </a:cubicBezTo>
                <a:lnTo>
                  <a:pt x="0" y="7422"/>
                </a:lnTo>
                <a:lnTo>
                  <a:pt x="3040" y="10466"/>
                </a:lnTo>
                <a:cubicBezTo>
                  <a:pt x="3040" y="10466"/>
                  <a:pt x="5014" y="8382"/>
                  <a:pt x="5051" y="8369"/>
                </a:cubicBezTo>
                <a:cubicBezTo>
                  <a:pt x="5051" y="8547"/>
                  <a:pt x="5051" y="21600"/>
                  <a:pt x="5051" y="21600"/>
                </a:cubicBezTo>
                <a:lnTo>
                  <a:pt x="16549" y="21600"/>
                </a:lnTo>
                <a:cubicBezTo>
                  <a:pt x="16549" y="21600"/>
                  <a:pt x="16549" y="8547"/>
                  <a:pt x="16549" y="8369"/>
                </a:cubicBezTo>
                <a:cubicBezTo>
                  <a:pt x="16586" y="8382"/>
                  <a:pt x="18561" y="10466"/>
                  <a:pt x="18561" y="10466"/>
                </a:cubicBezTo>
                <a:lnTo>
                  <a:pt x="21600" y="7422"/>
                </a:lnTo>
                <a:lnTo>
                  <a:pt x="18522" y="2606"/>
                </a:lnTo>
                <a:cubicBezTo>
                  <a:pt x="18522" y="2606"/>
                  <a:pt x="18177" y="2115"/>
                  <a:pt x="17972" y="1962"/>
                </a:cubicBezTo>
                <a:cubicBezTo>
                  <a:pt x="17771" y="1816"/>
                  <a:pt x="17695" y="1740"/>
                  <a:pt x="17230" y="1575"/>
                </a:cubicBezTo>
                <a:cubicBezTo>
                  <a:pt x="16386" y="1270"/>
                  <a:pt x="14531" y="570"/>
                  <a:pt x="13114" y="87"/>
                </a:cubicBezTo>
                <a:cubicBezTo>
                  <a:pt x="13050" y="462"/>
                  <a:pt x="12650" y="2242"/>
                  <a:pt x="10801" y="2242"/>
                </a:cubicBezTo>
                <a:cubicBezTo>
                  <a:pt x="8946" y="2242"/>
                  <a:pt x="8555" y="450"/>
                  <a:pt x="8496" y="81"/>
                </a:cubicBezTo>
                <a:close/>
              </a:path>
            </a:pathLst>
          </a:custGeom>
          <a:solidFill>
            <a:srgbClr val="EB220C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5546594" y="5653545"/>
            <a:ext cx="744161" cy="685283"/>
          </a:xfrm>
          <a:custGeom>
            <a:rect b="b" l="l" r="r" t="t"/>
            <a:pathLst>
              <a:path extrusionOk="0" h="21445" w="21530">
                <a:moveTo>
                  <a:pt x="5242" y="0"/>
                </a:moveTo>
                <a:cubicBezTo>
                  <a:pt x="5135" y="-6"/>
                  <a:pt x="5038" y="110"/>
                  <a:pt x="5027" y="267"/>
                </a:cubicBezTo>
                <a:cubicBezTo>
                  <a:pt x="5022" y="337"/>
                  <a:pt x="5037" y="403"/>
                  <a:pt x="5059" y="449"/>
                </a:cubicBezTo>
                <a:cubicBezTo>
                  <a:pt x="5080" y="496"/>
                  <a:pt x="5086" y="543"/>
                  <a:pt x="5086" y="595"/>
                </a:cubicBezTo>
                <a:cubicBezTo>
                  <a:pt x="5037" y="1183"/>
                  <a:pt x="4892" y="2663"/>
                  <a:pt x="4650" y="2668"/>
                </a:cubicBezTo>
                <a:cubicBezTo>
                  <a:pt x="4435" y="2674"/>
                  <a:pt x="4144" y="2098"/>
                  <a:pt x="3994" y="1760"/>
                </a:cubicBezTo>
                <a:cubicBezTo>
                  <a:pt x="3972" y="1708"/>
                  <a:pt x="3966" y="1649"/>
                  <a:pt x="3977" y="1591"/>
                </a:cubicBezTo>
                <a:cubicBezTo>
                  <a:pt x="3988" y="1538"/>
                  <a:pt x="3983" y="1475"/>
                  <a:pt x="3967" y="1411"/>
                </a:cubicBezTo>
                <a:cubicBezTo>
                  <a:pt x="3918" y="1265"/>
                  <a:pt x="3798" y="1177"/>
                  <a:pt x="3691" y="1212"/>
                </a:cubicBezTo>
                <a:cubicBezTo>
                  <a:pt x="3588" y="1253"/>
                  <a:pt x="3541" y="1403"/>
                  <a:pt x="3590" y="1549"/>
                </a:cubicBezTo>
                <a:cubicBezTo>
                  <a:pt x="3611" y="1625"/>
                  <a:pt x="3654" y="1683"/>
                  <a:pt x="3702" y="1718"/>
                </a:cubicBezTo>
                <a:cubicBezTo>
                  <a:pt x="3746" y="1753"/>
                  <a:pt x="3784" y="1795"/>
                  <a:pt x="3805" y="1853"/>
                </a:cubicBezTo>
                <a:cubicBezTo>
                  <a:pt x="3881" y="2080"/>
                  <a:pt x="3982" y="2477"/>
                  <a:pt x="4004" y="3013"/>
                </a:cubicBezTo>
                <a:cubicBezTo>
                  <a:pt x="4036" y="3729"/>
                  <a:pt x="4117" y="4439"/>
                  <a:pt x="4386" y="4882"/>
                </a:cubicBezTo>
                <a:cubicBezTo>
                  <a:pt x="4461" y="5004"/>
                  <a:pt x="4499" y="5150"/>
                  <a:pt x="4499" y="5295"/>
                </a:cubicBezTo>
                <a:cubicBezTo>
                  <a:pt x="4493" y="6315"/>
                  <a:pt x="4719" y="7327"/>
                  <a:pt x="5145" y="8102"/>
                </a:cubicBezTo>
                <a:cubicBezTo>
                  <a:pt x="5371" y="8516"/>
                  <a:pt x="5926" y="8889"/>
                  <a:pt x="6491" y="9204"/>
                </a:cubicBezTo>
                <a:cubicBezTo>
                  <a:pt x="6572" y="9250"/>
                  <a:pt x="6610" y="9349"/>
                  <a:pt x="6589" y="9442"/>
                </a:cubicBezTo>
                <a:cubicBezTo>
                  <a:pt x="6578" y="9483"/>
                  <a:pt x="6568" y="9524"/>
                  <a:pt x="6557" y="9559"/>
                </a:cubicBezTo>
                <a:cubicBezTo>
                  <a:pt x="6309" y="10525"/>
                  <a:pt x="6281" y="11394"/>
                  <a:pt x="6383" y="12145"/>
                </a:cubicBezTo>
                <a:cubicBezTo>
                  <a:pt x="6400" y="12262"/>
                  <a:pt x="6297" y="12349"/>
                  <a:pt x="6195" y="12320"/>
                </a:cubicBezTo>
                <a:cubicBezTo>
                  <a:pt x="5732" y="12174"/>
                  <a:pt x="5291" y="12157"/>
                  <a:pt x="4919" y="12349"/>
                </a:cubicBezTo>
                <a:cubicBezTo>
                  <a:pt x="4160" y="12745"/>
                  <a:pt x="4472" y="14784"/>
                  <a:pt x="4929" y="16713"/>
                </a:cubicBezTo>
                <a:cubicBezTo>
                  <a:pt x="4951" y="16812"/>
                  <a:pt x="4834" y="16876"/>
                  <a:pt x="4775" y="16794"/>
                </a:cubicBezTo>
                <a:lnTo>
                  <a:pt x="3617" y="15362"/>
                </a:lnTo>
                <a:cubicBezTo>
                  <a:pt x="3541" y="15269"/>
                  <a:pt x="3497" y="15146"/>
                  <a:pt x="3502" y="15018"/>
                </a:cubicBezTo>
                <a:cubicBezTo>
                  <a:pt x="3513" y="14610"/>
                  <a:pt x="3498" y="13619"/>
                  <a:pt x="3137" y="12646"/>
                </a:cubicBezTo>
                <a:cubicBezTo>
                  <a:pt x="3115" y="12582"/>
                  <a:pt x="3109" y="12512"/>
                  <a:pt x="3125" y="12442"/>
                </a:cubicBezTo>
                <a:cubicBezTo>
                  <a:pt x="3131" y="12407"/>
                  <a:pt x="3137" y="12374"/>
                  <a:pt x="3137" y="12333"/>
                </a:cubicBezTo>
                <a:cubicBezTo>
                  <a:pt x="3126" y="12146"/>
                  <a:pt x="3012" y="11977"/>
                  <a:pt x="2878" y="11954"/>
                </a:cubicBezTo>
                <a:cubicBezTo>
                  <a:pt x="2743" y="11931"/>
                  <a:pt x="2642" y="12059"/>
                  <a:pt x="2652" y="12245"/>
                </a:cubicBezTo>
                <a:cubicBezTo>
                  <a:pt x="2658" y="12374"/>
                  <a:pt x="2716" y="12496"/>
                  <a:pt x="2797" y="12566"/>
                </a:cubicBezTo>
                <a:cubicBezTo>
                  <a:pt x="2851" y="12612"/>
                  <a:pt x="2889" y="12681"/>
                  <a:pt x="2905" y="12757"/>
                </a:cubicBezTo>
                <a:cubicBezTo>
                  <a:pt x="2942" y="12937"/>
                  <a:pt x="2970" y="13147"/>
                  <a:pt x="3002" y="13287"/>
                </a:cubicBezTo>
                <a:cubicBezTo>
                  <a:pt x="3083" y="13642"/>
                  <a:pt x="2739" y="13672"/>
                  <a:pt x="2593" y="13363"/>
                </a:cubicBezTo>
                <a:cubicBezTo>
                  <a:pt x="2319" y="12775"/>
                  <a:pt x="2043" y="12135"/>
                  <a:pt x="1903" y="11721"/>
                </a:cubicBezTo>
                <a:cubicBezTo>
                  <a:pt x="1876" y="11640"/>
                  <a:pt x="1881" y="11546"/>
                  <a:pt x="1914" y="11464"/>
                </a:cubicBezTo>
                <a:cubicBezTo>
                  <a:pt x="1930" y="11429"/>
                  <a:pt x="1942" y="11389"/>
                  <a:pt x="1947" y="11348"/>
                </a:cubicBezTo>
                <a:cubicBezTo>
                  <a:pt x="1969" y="11144"/>
                  <a:pt x="1866" y="10945"/>
                  <a:pt x="1710" y="10898"/>
                </a:cubicBezTo>
                <a:cubicBezTo>
                  <a:pt x="1554" y="10852"/>
                  <a:pt x="1408" y="10980"/>
                  <a:pt x="1387" y="11184"/>
                </a:cubicBezTo>
                <a:cubicBezTo>
                  <a:pt x="1371" y="11336"/>
                  <a:pt x="1424" y="11494"/>
                  <a:pt x="1521" y="11575"/>
                </a:cubicBezTo>
                <a:cubicBezTo>
                  <a:pt x="1575" y="11622"/>
                  <a:pt x="1607" y="11691"/>
                  <a:pt x="1617" y="11767"/>
                </a:cubicBezTo>
                <a:cubicBezTo>
                  <a:pt x="1666" y="12081"/>
                  <a:pt x="1752" y="12589"/>
                  <a:pt x="1833" y="13095"/>
                </a:cubicBezTo>
                <a:cubicBezTo>
                  <a:pt x="1919" y="13631"/>
                  <a:pt x="1456" y="14086"/>
                  <a:pt x="971" y="13935"/>
                </a:cubicBezTo>
                <a:cubicBezTo>
                  <a:pt x="869" y="13906"/>
                  <a:pt x="778" y="13869"/>
                  <a:pt x="697" y="13840"/>
                </a:cubicBezTo>
                <a:cubicBezTo>
                  <a:pt x="638" y="13817"/>
                  <a:pt x="584" y="13771"/>
                  <a:pt x="552" y="13707"/>
                </a:cubicBezTo>
                <a:cubicBezTo>
                  <a:pt x="536" y="13678"/>
                  <a:pt x="513" y="13649"/>
                  <a:pt x="486" y="13625"/>
                </a:cubicBezTo>
                <a:cubicBezTo>
                  <a:pt x="357" y="13515"/>
                  <a:pt x="175" y="13497"/>
                  <a:pt x="67" y="13591"/>
                </a:cubicBezTo>
                <a:cubicBezTo>
                  <a:pt x="-35" y="13684"/>
                  <a:pt x="-20" y="13853"/>
                  <a:pt x="109" y="13969"/>
                </a:cubicBezTo>
                <a:cubicBezTo>
                  <a:pt x="190" y="14039"/>
                  <a:pt x="294" y="14074"/>
                  <a:pt x="385" y="14062"/>
                </a:cubicBezTo>
                <a:cubicBezTo>
                  <a:pt x="450" y="14056"/>
                  <a:pt x="515" y="14067"/>
                  <a:pt x="574" y="14102"/>
                </a:cubicBezTo>
                <a:cubicBezTo>
                  <a:pt x="978" y="14358"/>
                  <a:pt x="1935" y="15000"/>
                  <a:pt x="2312" y="15659"/>
                </a:cubicBezTo>
                <a:cubicBezTo>
                  <a:pt x="2797" y="16503"/>
                  <a:pt x="5237" y="21268"/>
                  <a:pt x="6239" y="21431"/>
                </a:cubicBezTo>
                <a:cubicBezTo>
                  <a:pt x="7240" y="21594"/>
                  <a:pt x="7230" y="20237"/>
                  <a:pt x="7230" y="20237"/>
                </a:cubicBezTo>
                <a:cubicBezTo>
                  <a:pt x="7230" y="20237"/>
                  <a:pt x="7220" y="19089"/>
                  <a:pt x="7198" y="17970"/>
                </a:cubicBezTo>
                <a:cubicBezTo>
                  <a:pt x="7198" y="17860"/>
                  <a:pt x="7316" y="17796"/>
                  <a:pt x="7397" y="17872"/>
                </a:cubicBezTo>
                <a:cubicBezTo>
                  <a:pt x="8226" y="18635"/>
                  <a:pt x="9465" y="19119"/>
                  <a:pt x="10789" y="19119"/>
                </a:cubicBezTo>
                <a:cubicBezTo>
                  <a:pt x="12114" y="19119"/>
                  <a:pt x="13304" y="18641"/>
                  <a:pt x="14133" y="17872"/>
                </a:cubicBezTo>
                <a:cubicBezTo>
                  <a:pt x="14214" y="17802"/>
                  <a:pt x="14334" y="17860"/>
                  <a:pt x="14334" y="17970"/>
                </a:cubicBezTo>
                <a:cubicBezTo>
                  <a:pt x="14312" y="19089"/>
                  <a:pt x="14300" y="20237"/>
                  <a:pt x="14300" y="20237"/>
                </a:cubicBezTo>
                <a:cubicBezTo>
                  <a:pt x="14300" y="20237"/>
                  <a:pt x="14295" y="21588"/>
                  <a:pt x="15291" y="21431"/>
                </a:cubicBezTo>
                <a:cubicBezTo>
                  <a:pt x="16288" y="21274"/>
                  <a:pt x="18733" y="16503"/>
                  <a:pt x="19218" y="15659"/>
                </a:cubicBezTo>
                <a:cubicBezTo>
                  <a:pt x="19595" y="15006"/>
                  <a:pt x="20554" y="14358"/>
                  <a:pt x="20958" y="14102"/>
                </a:cubicBezTo>
                <a:cubicBezTo>
                  <a:pt x="21017" y="14067"/>
                  <a:pt x="21082" y="14056"/>
                  <a:pt x="21146" y="14062"/>
                </a:cubicBezTo>
                <a:cubicBezTo>
                  <a:pt x="21238" y="14074"/>
                  <a:pt x="21340" y="14039"/>
                  <a:pt x="21421" y="13969"/>
                </a:cubicBezTo>
                <a:cubicBezTo>
                  <a:pt x="21550" y="13859"/>
                  <a:pt x="21565" y="13690"/>
                  <a:pt x="21463" y="13591"/>
                </a:cubicBezTo>
                <a:cubicBezTo>
                  <a:pt x="21360" y="13497"/>
                  <a:pt x="21173" y="13509"/>
                  <a:pt x="21044" y="13625"/>
                </a:cubicBezTo>
                <a:cubicBezTo>
                  <a:pt x="21017" y="13649"/>
                  <a:pt x="20994" y="13678"/>
                  <a:pt x="20978" y="13707"/>
                </a:cubicBezTo>
                <a:cubicBezTo>
                  <a:pt x="20940" y="13765"/>
                  <a:pt x="20892" y="13817"/>
                  <a:pt x="20833" y="13840"/>
                </a:cubicBezTo>
                <a:cubicBezTo>
                  <a:pt x="20752" y="13869"/>
                  <a:pt x="20656" y="13906"/>
                  <a:pt x="20559" y="13935"/>
                </a:cubicBezTo>
                <a:cubicBezTo>
                  <a:pt x="20074" y="14086"/>
                  <a:pt x="19611" y="13631"/>
                  <a:pt x="19697" y="13095"/>
                </a:cubicBezTo>
                <a:cubicBezTo>
                  <a:pt x="19778" y="12589"/>
                  <a:pt x="19859" y="12081"/>
                  <a:pt x="19913" y="11767"/>
                </a:cubicBezTo>
                <a:cubicBezTo>
                  <a:pt x="19923" y="11691"/>
                  <a:pt x="19955" y="11628"/>
                  <a:pt x="20009" y="11575"/>
                </a:cubicBezTo>
                <a:cubicBezTo>
                  <a:pt x="20106" y="11488"/>
                  <a:pt x="20165" y="11336"/>
                  <a:pt x="20143" y="11184"/>
                </a:cubicBezTo>
                <a:cubicBezTo>
                  <a:pt x="20122" y="10980"/>
                  <a:pt x="19976" y="10852"/>
                  <a:pt x="19820" y="10898"/>
                </a:cubicBezTo>
                <a:cubicBezTo>
                  <a:pt x="19664" y="10945"/>
                  <a:pt x="19558" y="11150"/>
                  <a:pt x="19585" y="11348"/>
                </a:cubicBezTo>
                <a:cubicBezTo>
                  <a:pt x="19590" y="11389"/>
                  <a:pt x="19600" y="11429"/>
                  <a:pt x="19616" y="11464"/>
                </a:cubicBezTo>
                <a:cubicBezTo>
                  <a:pt x="19649" y="11546"/>
                  <a:pt x="19654" y="11634"/>
                  <a:pt x="19627" y="11721"/>
                </a:cubicBezTo>
                <a:cubicBezTo>
                  <a:pt x="19487" y="12135"/>
                  <a:pt x="19213" y="12775"/>
                  <a:pt x="18938" y="13363"/>
                </a:cubicBezTo>
                <a:cubicBezTo>
                  <a:pt x="18793" y="13672"/>
                  <a:pt x="18452" y="13642"/>
                  <a:pt x="18528" y="13287"/>
                </a:cubicBezTo>
                <a:cubicBezTo>
                  <a:pt x="18560" y="13147"/>
                  <a:pt x="18582" y="12943"/>
                  <a:pt x="18625" y="12757"/>
                </a:cubicBezTo>
                <a:cubicBezTo>
                  <a:pt x="18641" y="12681"/>
                  <a:pt x="18679" y="12612"/>
                  <a:pt x="18733" y="12566"/>
                </a:cubicBezTo>
                <a:cubicBezTo>
                  <a:pt x="18814" y="12496"/>
                  <a:pt x="18872" y="12374"/>
                  <a:pt x="18878" y="12245"/>
                </a:cubicBezTo>
                <a:cubicBezTo>
                  <a:pt x="18888" y="12059"/>
                  <a:pt x="18787" y="11931"/>
                  <a:pt x="18652" y="11954"/>
                </a:cubicBezTo>
                <a:cubicBezTo>
                  <a:pt x="18518" y="11977"/>
                  <a:pt x="18404" y="12146"/>
                  <a:pt x="18393" y="12333"/>
                </a:cubicBezTo>
                <a:cubicBezTo>
                  <a:pt x="18393" y="12374"/>
                  <a:pt x="18394" y="12407"/>
                  <a:pt x="18405" y="12442"/>
                </a:cubicBezTo>
                <a:cubicBezTo>
                  <a:pt x="18421" y="12512"/>
                  <a:pt x="18415" y="12582"/>
                  <a:pt x="18393" y="12646"/>
                </a:cubicBezTo>
                <a:cubicBezTo>
                  <a:pt x="18032" y="13613"/>
                  <a:pt x="18017" y="14610"/>
                  <a:pt x="18028" y="15018"/>
                </a:cubicBezTo>
                <a:cubicBezTo>
                  <a:pt x="18033" y="15146"/>
                  <a:pt x="17990" y="15263"/>
                  <a:pt x="17915" y="15362"/>
                </a:cubicBezTo>
                <a:lnTo>
                  <a:pt x="16757" y="16794"/>
                </a:lnTo>
                <a:cubicBezTo>
                  <a:pt x="16698" y="16876"/>
                  <a:pt x="16574" y="16812"/>
                  <a:pt x="16601" y="16713"/>
                </a:cubicBezTo>
                <a:cubicBezTo>
                  <a:pt x="17058" y="14784"/>
                  <a:pt x="17370" y="12745"/>
                  <a:pt x="16611" y="12349"/>
                </a:cubicBezTo>
                <a:cubicBezTo>
                  <a:pt x="16239" y="12157"/>
                  <a:pt x="15793" y="12174"/>
                  <a:pt x="15335" y="12320"/>
                </a:cubicBezTo>
                <a:cubicBezTo>
                  <a:pt x="15233" y="12355"/>
                  <a:pt x="15130" y="12262"/>
                  <a:pt x="15147" y="12145"/>
                </a:cubicBezTo>
                <a:cubicBezTo>
                  <a:pt x="15249" y="11394"/>
                  <a:pt x="15221" y="10525"/>
                  <a:pt x="14973" y="9559"/>
                </a:cubicBezTo>
                <a:cubicBezTo>
                  <a:pt x="14962" y="9518"/>
                  <a:pt x="14952" y="9477"/>
                  <a:pt x="14941" y="9442"/>
                </a:cubicBezTo>
                <a:cubicBezTo>
                  <a:pt x="14920" y="9349"/>
                  <a:pt x="14958" y="9250"/>
                  <a:pt x="15039" y="9204"/>
                </a:cubicBezTo>
                <a:cubicBezTo>
                  <a:pt x="15604" y="8895"/>
                  <a:pt x="16159" y="8516"/>
                  <a:pt x="16385" y="8102"/>
                </a:cubicBezTo>
                <a:cubicBezTo>
                  <a:pt x="16805" y="7327"/>
                  <a:pt x="17037" y="6315"/>
                  <a:pt x="17031" y="5295"/>
                </a:cubicBezTo>
                <a:cubicBezTo>
                  <a:pt x="17031" y="5150"/>
                  <a:pt x="17069" y="5004"/>
                  <a:pt x="17144" y="4882"/>
                </a:cubicBezTo>
                <a:cubicBezTo>
                  <a:pt x="17413" y="4439"/>
                  <a:pt x="17499" y="3723"/>
                  <a:pt x="17526" y="3013"/>
                </a:cubicBezTo>
                <a:cubicBezTo>
                  <a:pt x="17548" y="2477"/>
                  <a:pt x="17651" y="2080"/>
                  <a:pt x="17727" y="1853"/>
                </a:cubicBezTo>
                <a:cubicBezTo>
                  <a:pt x="17743" y="1795"/>
                  <a:pt x="17779" y="1753"/>
                  <a:pt x="17828" y="1718"/>
                </a:cubicBezTo>
                <a:cubicBezTo>
                  <a:pt x="17876" y="1683"/>
                  <a:pt x="17920" y="1625"/>
                  <a:pt x="17942" y="1549"/>
                </a:cubicBezTo>
                <a:cubicBezTo>
                  <a:pt x="17990" y="1403"/>
                  <a:pt x="17942" y="1253"/>
                  <a:pt x="17839" y="1212"/>
                </a:cubicBezTo>
                <a:cubicBezTo>
                  <a:pt x="17737" y="1171"/>
                  <a:pt x="17613" y="1259"/>
                  <a:pt x="17565" y="1411"/>
                </a:cubicBezTo>
                <a:cubicBezTo>
                  <a:pt x="17543" y="1475"/>
                  <a:pt x="17542" y="1538"/>
                  <a:pt x="17553" y="1591"/>
                </a:cubicBezTo>
                <a:cubicBezTo>
                  <a:pt x="17564" y="1649"/>
                  <a:pt x="17565" y="1708"/>
                  <a:pt x="17538" y="1760"/>
                </a:cubicBezTo>
                <a:cubicBezTo>
                  <a:pt x="17387" y="2098"/>
                  <a:pt x="17095" y="2674"/>
                  <a:pt x="16880" y="2668"/>
                </a:cubicBezTo>
                <a:cubicBezTo>
                  <a:pt x="16638" y="2663"/>
                  <a:pt x="16493" y="1183"/>
                  <a:pt x="16444" y="595"/>
                </a:cubicBezTo>
                <a:cubicBezTo>
                  <a:pt x="16439" y="543"/>
                  <a:pt x="16450" y="496"/>
                  <a:pt x="16471" y="449"/>
                </a:cubicBezTo>
                <a:cubicBezTo>
                  <a:pt x="16498" y="397"/>
                  <a:pt x="16508" y="331"/>
                  <a:pt x="16503" y="267"/>
                </a:cubicBezTo>
                <a:cubicBezTo>
                  <a:pt x="16492" y="110"/>
                  <a:pt x="16395" y="-6"/>
                  <a:pt x="16288" y="0"/>
                </a:cubicBezTo>
                <a:cubicBezTo>
                  <a:pt x="16180" y="6"/>
                  <a:pt x="16100" y="139"/>
                  <a:pt x="16111" y="297"/>
                </a:cubicBezTo>
                <a:cubicBezTo>
                  <a:pt x="16116" y="366"/>
                  <a:pt x="16138" y="425"/>
                  <a:pt x="16165" y="471"/>
                </a:cubicBezTo>
                <a:cubicBezTo>
                  <a:pt x="16192" y="512"/>
                  <a:pt x="16207" y="565"/>
                  <a:pt x="16207" y="611"/>
                </a:cubicBezTo>
                <a:cubicBezTo>
                  <a:pt x="16223" y="1217"/>
                  <a:pt x="16245" y="2686"/>
                  <a:pt x="15986" y="2721"/>
                </a:cubicBezTo>
                <a:cubicBezTo>
                  <a:pt x="15755" y="2750"/>
                  <a:pt x="15464" y="2027"/>
                  <a:pt x="15318" y="1625"/>
                </a:cubicBezTo>
                <a:cubicBezTo>
                  <a:pt x="15297" y="1573"/>
                  <a:pt x="15292" y="1514"/>
                  <a:pt x="15303" y="1456"/>
                </a:cubicBezTo>
                <a:cubicBezTo>
                  <a:pt x="15308" y="1410"/>
                  <a:pt x="15302" y="1363"/>
                  <a:pt x="15291" y="1310"/>
                </a:cubicBezTo>
                <a:cubicBezTo>
                  <a:pt x="15254" y="1159"/>
                  <a:pt x="15135" y="1066"/>
                  <a:pt x="15027" y="1101"/>
                </a:cubicBezTo>
                <a:cubicBezTo>
                  <a:pt x="14925" y="1136"/>
                  <a:pt x="14872" y="1281"/>
                  <a:pt x="14909" y="1432"/>
                </a:cubicBezTo>
                <a:cubicBezTo>
                  <a:pt x="14925" y="1497"/>
                  <a:pt x="14957" y="1556"/>
                  <a:pt x="15000" y="1591"/>
                </a:cubicBezTo>
                <a:cubicBezTo>
                  <a:pt x="15043" y="1632"/>
                  <a:pt x="15081" y="1684"/>
                  <a:pt x="15103" y="1742"/>
                </a:cubicBezTo>
                <a:cubicBezTo>
                  <a:pt x="15243" y="2173"/>
                  <a:pt x="15517" y="3106"/>
                  <a:pt x="15426" y="3479"/>
                </a:cubicBezTo>
                <a:cubicBezTo>
                  <a:pt x="15351" y="3787"/>
                  <a:pt x="14980" y="3862"/>
                  <a:pt x="14716" y="3874"/>
                </a:cubicBezTo>
                <a:cubicBezTo>
                  <a:pt x="14662" y="3874"/>
                  <a:pt x="14613" y="3862"/>
                  <a:pt x="14564" y="3839"/>
                </a:cubicBezTo>
                <a:cubicBezTo>
                  <a:pt x="14516" y="3810"/>
                  <a:pt x="14462" y="3793"/>
                  <a:pt x="14398" y="3799"/>
                </a:cubicBezTo>
                <a:cubicBezTo>
                  <a:pt x="14252" y="3805"/>
                  <a:pt x="14140" y="3902"/>
                  <a:pt x="14145" y="4025"/>
                </a:cubicBezTo>
                <a:cubicBezTo>
                  <a:pt x="14151" y="4147"/>
                  <a:pt x="14269" y="4234"/>
                  <a:pt x="14414" y="4229"/>
                </a:cubicBezTo>
                <a:cubicBezTo>
                  <a:pt x="14479" y="4229"/>
                  <a:pt x="14533" y="4207"/>
                  <a:pt x="14576" y="4178"/>
                </a:cubicBezTo>
                <a:cubicBezTo>
                  <a:pt x="14625" y="4143"/>
                  <a:pt x="14678" y="4119"/>
                  <a:pt x="14738" y="4119"/>
                </a:cubicBezTo>
                <a:cubicBezTo>
                  <a:pt x="14899" y="4119"/>
                  <a:pt x="15044" y="4135"/>
                  <a:pt x="15173" y="4170"/>
                </a:cubicBezTo>
                <a:cubicBezTo>
                  <a:pt x="15303" y="4205"/>
                  <a:pt x="15421" y="4306"/>
                  <a:pt x="15475" y="4440"/>
                </a:cubicBezTo>
                <a:cubicBezTo>
                  <a:pt x="15577" y="4673"/>
                  <a:pt x="15755" y="4887"/>
                  <a:pt x="15933" y="5073"/>
                </a:cubicBezTo>
                <a:cubicBezTo>
                  <a:pt x="16040" y="5190"/>
                  <a:pt x="16057" y="5370"/>
                  <a:pt x="15976" y="5510"/>
                </a:cubicBezTo>
                <a:cubicBezTo>
                  <a:pt x="15766" y="5865"/>
                  <a:pt x="15582" y="6285"/>
                  <a:pt x="15448" y="6699"/>
                </a:cubicBezTo>
                <a:cubicBezTo>
                  <a:pt x="15394" y="6862"/>
                  <a:pt x="15244" y="6955"/>
                  <a:pt x="15088" y="6926"/>
                </a:cubicBezTo>
                <a:cubicBezTo>
                  <a:pt x="14894" y="6891"/>
                  <a:pt x="14678" y="6873"/>
                  <a:pt x="14446" y="6879"/>
                </a:cubicBezTo>
                <a:cubicBezTo>
                  <a:pt x="14328" y="6885"/>
                  <a:pt x="14220" y="6805"/>
                  <a:pt x="14177" y="6682"/>
                </a:cubicBezTo>
                <a:cubicBezTo>
                  <a:pt x="13881" y="5791"/>
                  <a:pt x="13670" y="5541"/>
                  <a:pt x="13331" y="5401"/>
                </a:cubicBezTo>
                <a:cubicBezTo>
                  <a:pt x="13239" y="5366"/>
                  <a:pt x="13175" y="5278"/>
                  <a:pt x="13159" y="5179"/>
                </a:cubicBezTo>
                <a:cubicBezTo>
                  <a:pt x="13121" y="4946"/>
                  <a:pt x="13094" y="4800"/>
                  <a:pt x="13083" y="4713"/>
                </a:cubicBezTo>
                <a:cubicBezTo>
                  <a:pt x="13072" y="4637"/>
                  <a:pt x="13089" y="4555"/>
                  <a:pt x="13132" y="4491"/>
                </a:cubicBezTo>
                <a:cubicBezTo>
                  <a:pt x="13251" y="4322"/>
                  <a:pt x="13466" y="3933"/>
                  <a:pt x="13316" y="3542"/>
                </a:cubicBezTo>
                <a:cubicBezTo>
                  <a:pt x="13105" y="3006"/>
                  <a:pt x="12738" y="2878"/>
                  <a:pt x="12577" y="2849"/>
                </a:cubicBezTo>
                <a:cubicBezTo>
                  <a:pt x="12523" y="2837"/>
                  <a:pt x="12470" y="2808"/>
                  <a:pt x="12432" y="2767"/>
                </a:cubicBezTo>
                <a:cubicBezTo>
                  <a:pt x="12195" y="2499"/>
                  <a:pt x="11328" y="1578"/>
                  <a:pt x="10768" y="1578"/>
                </a:cubicBezTo>
                <a:cubicBezTo>
                  <a:pt x="10207" y="1578"/>
                  <a:pt x="9335" y="2499"/>
                  <a:pt x="9098" y="2767"/>
                </a:cubicBezTo>
                <a:cubicBezTo>
                  <a:pt x="9060" y="2808"/>
                  <a:pt x="9007" y="2837"/>
                  <a:pt x="8953" y="2849"/>
                </a:cubicBezTo>
                <a:cubicBezTo>
                  <a:pt x="8792" y="2878"/>
                  <a:pt x="8425" y="3012"/>
                  <a:pt x="8214" y="3542"/>
                </a:cubicBezTo>
                <a:cubicBezTo>
                  <a:pt x="8058" y="3933"/>
                  <a:pt x="8279" y="4322"/>
                  <a:pt x="8398" y="4491"/>
                </a:cubicBezTo>
                <a:cubicBezTo>
                  <a:pt x="8441" y="4555"/>
                  <a:pt x="8458" y="4637"/>
                  <a:pt x="8447" y="4713"/>
                </a:cubicBezTo>
                <a:cubicBezTo>
                  <a:pt x="8431" y="4800"/>
                  <a:pt x="8409" y="4952"/>
                  <a:pt x="8371" y="5179"/>
                </a:cubicBezTo>
                <a:cubicBezTo>
                  <a:pt x="8355" y="5278"/>
                  <a:pt x="8291" y="5366"/>
                  <a:pt x="8199" y="5401"/>
                </a:cubicBezTo>
                <a:cubicBezTo>
                  <a:pt x="7860" y="5541"/>
                  <a:pt x="7649" y="5791"/>
                  <a:pt x="7353" y="6682"/>
                </a:cubicBezTo>
                <a:cubicBezTo>
                  <a:pt x="7310" y="6805"/>
                  <a:pt x="7202" y="6885"/>
                  <a:pt x="7084" y="6879"/>
                </a:cubicBezTo>
                <a:cubicBezTo>
                  <a:pt x="6852" y="6873"/>
                  <a:pt x="6638" y="6891"/>
                  <a:pt x="6444" y="6926"/>
                </a:cubicBezTo>
                <a:cubicBezTo>
                  <a:pt x="6288" y="6955"/>
                  <a:pt x="6136" y="6856"/>
                  <a:pt x="6082" y="6699"/>
                </a:cubicBezTo>
                <a:cubicBezTo>
                  <a:pt x="5953" y="6291"/>
                  <a:pt x="5765" y="5865"/>
                  <a:pt x="5555" y="5510"/>
                </a:cubicBezTo>
                <a:cubicBezTo>
                  <a:pt x="5475" y="5370"/>
                  <a:pt x="5490" y="5190"/>
                  <a:pt x="5597" y="5073"/>
                </a:cubicBezTo>
                <a:cubicBezTo>
                  <a:pt x="5775" y="4887"/>
                  <a:pt x="5953" y="4673"/>
                  <a:pt x="6055" y="4440"/>
                </a:cubicBezTo>
                <a:cubicBezTo>
                  <a:pt x="6115" y="4306"/>
                  <a:pt x="6227" y="4211"/>
                  <a:pt x="6357" y="4170"/>
                </a:cubicBezTo>
                <a:cubicBezTo>
                  <a:pt x="6486" y="4135"/>
                  <a:pt x="6633" y="4113"/>
                  <a:pt x="6794" y="4119"/>
                </a:cubicBezTo>
                <a:cubicBezTo>
                  <a:pt x="6853" y="4119"/>
                  <a:pt x="6907" y="4143"/>
                  <a:pt x="6956" y="4178"/>
                </a:cubicBezTo>
                <a:cubicBezTo>
                  <a:pt x="6999" y="4207"/>
                  <a:pt x="7058" y="4229"/>
                  <a:pt x="7117" y="4229"/>
                </a:cubicBezTo>
                <a:cubicBezTo>
                  <a:pt x="7263" y="4234"/>
                  <a:pt x="7381" y="4141"/>
                  <a:pt x="7386" y="4025"/>
                </a:cubicBezTo>
                <a:cubicBezTo>
                  <a:pt x="7392" y="3908"/>
                  <a:pt x="7278" y="3805"/>
                  <a:pt x="7132" y="3799"/>
                </a:cubicBezTo>
                <a:cubicBezTo>
                  <a:pt x="7068" y="3799"/>
                  <a:pt x="7009" y="3810"/>
                  <a:pt x="6966" y="3839"/>
                </a:cubicBezTo>
                <a:cubicBezTo>
                  <a:pt x="6923" y="3868"/>
                  <a:pt x="6868" y="3879"/>
                  <a:pt x="6814" y="3874"/>
                </a:cubicBezTo>
                <a:cubicBezTo>
                  <a:pt x="6545" y="3862"/>
                  <a:pt x="6179" y="3787"/>
                  <a:pt x="6104" y="3479"/>
                </a:cubicBezTo>
                <a:cubicBezTo>
                  <a:pt x="6013" y="3106"/>
                  <a:pt x="6293" y="2173"/>
                  <a:pt x="6427" y="1742"/>
                </a:cubicBezTo>
                <a:cubicBezTo>
                  <a:pt x="6449" y="1684"/>
                  <a:pt x="6481" y="1632"/>
                  <a:pt x="6530" y="1591"/>
                </a:cubicBezTo>
                <a:cubicBezTo>
                  <a:pt x="6568" y="1550"/>
                  <a:pt x="6605" y="1497"/>
                  <a:pt x="6621" y="1432"/>
                </a:cubicBezTo>
                <a:cubicBezTo>
                  <a:pt x="6658" y="1281"/>
                  <a:pt x="6611" y="1136"/>
                  <a:pt x="6503" y="1101"/>
                </a:cubicBezTo>
                <a:cubicBezTo>
                  <a:pt x="6401" y="1066"/>
                  <a:pt x="6282" y="1165"/>
                  <a:pt x="6239" y="1310"/>
                </a:cubicBezTo>
                <a:cubicBezTo>
                  <a:pt x="6228" y="1357"/>
                  <a:pt x="6223" y="1410"/>
                  <a:pt x="6229" y="1456"/>
                </a:cubicBezTo>
                <a:cubicBezTo>
                  <a:pt x="6234" y="1514"/>
                  <a:pt x="6228" y="1567"/>
                  <a:pt x="6212" y="1625"/>
                </a:cubicBezTo>
                <a:cubicBezTo>
                  <a:pt x="6066" y="2027"/>
                  <a:pt x="5775" y="2750"/>
                  <a:pt x="5544" y="2721"/>
                </a:cubicBezTo>
                <a:cubicBezTo>
                  <a:pt x="5285" y="2686"/>
                  <a:pt x="5307" y="1217"/>
                  <a:pt x="5323" y="611"/>
                </a:cubicBezTo>
                <a:cubicBezTo>
                  <a:pt x="5323" y="559"/>
                  <a:pt x="5340" y="512"/>
                  <a:pt x="5367" y="471"/>
                </a:cubicBezTo>
                <a:cubicBezTo>
                  <a:pt x="5399" y="425"/>
                  <a:pt x="5421" y="366"/>
                  <a:pt x="5421" y="297"/>
                </a:cubicBezTo>
                <a:cubicBezTo>
                  <a:pt x="5432" y="139"/>
                  <a:pt x="5350" y="11"/>
                  <a:pt x="5242" y="0"/>
                </a:cubicBezTo>
                <a:close/>
              </a:path>
            </a:pathLst>
          </a:custGeom>
          <a:solidFill>
            <a:srgbClr val="004C7F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2353188" y="2789849"/>
            <a:ext cx="602224" cy="685283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rgbClr val="B416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6338339" y="3013780"/>
            <a:ext cx="805314" cy="237421"/>
          </a:xfrm>
          <a:custGeom>
            <a:rect b="b" l="l" r="r" t="t"/>
            <a:pathLst>
              <a:path extrusionOk="0" h="20483" w="21568">
                <a:moveTo>
                  <a:pt x="3828" y="34"/>
                </a:moveTo>
                <a:cubicBezTo>
                  <a:pt x="2795" y="120"/>
                  <a:pt x="1590" y="388"/>
                  <a:pt x="183" y="887"/>
                </a:cubicBezTo>
                <a:cubicBezTo>
                  <a:pt x="67" y="928"/>
                  <a:pt x="-16" y="1277"/>
                  <a:pt x="3" y="1647"/>
                </a:cubicBezTo>
                <a:lnTo>
                  <a:pt x="159" y="4726"/>
                </a:lnTo>
                <a:cubicBezTo>
                  <a:pt x="174" y="5021"/>
                  <a:pt x="226" y="5272"/>
                  <a:pt x="303" y="5437"/>
                </a:cubicBezTo>
                <a:cubicBezTo>
                  <a:pt x="459" y="5769"/>
                  <a:pt x="741" y="6637"/>
                  <a:pt x="986" y="8812"/>
                </a:cubicBezTo>
                <a:cubicBezTo>
                  <a:pt x="1371" y="12238"/>
                  <a:pt x="1495" y="20483"/>
                  <a:pt x="5195" y="20483"/>
                </a:cubicBezTo>
                <a:cubicBezTo>
                  <a:pt x="7953" y="20483"/>
                  <a:pt x="8845" y="16694"/>
                  <a:pt x="9261" y="13204"/>
                </a:cubicBezTo>
                <a:cubicBezTo>
                  <a:pt x="9261" y="13205"/>
                  <a:pt x="9806" y="8539"/>
                  <a:pt x="10081" y="7718"/>
                </a:cubicBezTo>
                <a:cubicBezTo>
                  <a:pt x="10393" y="6787"/>
                  <a:pt x="11238" y="6899"/>
                  <a:pt x="11516" y="7718"/>
                </a:cubicBezTo>
                <a:cubicBezTo>
                  <a:pt x="11739" y="8377"/>
                  <a:pt x="12114" y="11522"/>
                  <a:pt x="12253" y="12728"/>
                </a:cubicBezTo>
                <a:cubicBezTo>
                  <a:pt x="12268" y="12866"/>
                  <a:pt x="12284" y="13004"/>
                  <a:pt x="12300" y="13143"/>
                </a:cubicBezTo>
                <a:cubicBezTo>
                  <a:pt x="12304" y="13180"/>
                  <a:pt x="12307" y="13204"/>
                  <a:pt x="12307" y="13204"/>
                </a:cubicBezTo>
                <a:cubicBezTo>
                  <a:pt x="12724" y="16694"/>
                  <a:pt x="13615" y="20483"/>
                  <a:pt x="16373" y="20483"/>
                </a:cubicBezTo>
                <a:cubicBezTo>
                  <a:pt x="20073" y="20483"/>
                  <a:pt x="20197" y="12239"/>
                  <a:pt x="20582" y="8812"/>
                </a:cubicBezTo>
                <a:cubicBezTo>
                  <a:pt x="20826" y="6639"/>
                  <a:pt x="21107" y="5776"/>
                  <a:pt x="21263" y="5443"/>
                </a:cubicBezTo>
                <a:cubicBezTo>
                  <a:pt x="21340" y="5277"/>
                  <a:pt x="21396" y="5022"/>
                  <a:pt x="21411" y="4726"/>
                </a:cubicBezTo>
                <a:lnTo>
                  <a:pt x="21565" y="1647"/>
                </a:lnTo>
                <a:cubicBezTo>
                  <a:pt x="21584" y="1277"/>
                  <a:pt x="21501" y="928"/>
                  <a:pt x="21385" y="887"/>
                </a:cubicBezTo>
                <a:cubicBezTo>
                  <a:pt x="15728" y="-1117"/>
                  <a:pt x="13325" y="564"/>
                  <a:pt x="12368" y="3069"/>
                </a:cubicBezTo>
                <a:cubicBezTo>
                  <a:pt x="12211" y="3480"/>
                  <a:pt x="12007" y="3631"/>
                  <a:pt x="11809" y="3485"/>
                </a:cubicBezTo>
                <a:cubicBezTo>
                  <a:pt x="11477" y="3239"/>
                  <a:pt x="11114" y="3102"/>
                  <a:pt x="10733" y="3102"/>
                </a:cubicBezTo>
                <a:cubicBezTo>
                  <a:pt x="10376" y="3102"/>
                  <a:pt x="10035" y="3219"/>
                  <a:pt x="9719" y="3436"/>
                </a:cubicBezTo>
                <a:cubicBezTo>
                  <a:pt x="9531" y="3565"/>
                  <a:pt x="9337" y="3422"/>
                  <a:pt x="9186" y="3036"/>
                </a:cubicBezTo>
                <a:cubicBezTo>
                  <a:pt x="8461" y="1173"/>
                  <a:pt x="6926" y="-226"/>
                  <a:pt x="3828" y="34"/>
                </a:cubicBezTo>
                <a:close/>
                <a:moveTo>
                  <a:pt x="987" y="1849"/>
                </a:moveTo>
                <a:cubicBezTo>
                  <a:pt x="1091" y="1849"/>
                  <a:pt x="1176" y="2122"/>
                  <a:pt x="1176" y="2457"/>
                </a:cubicBezTo>
                <a:cubicBezTo>
                  <a:pt x="1176" y="2792"/>
                  <a:pt x="1091" y="3064"/>
                  <a:pt x="987" y="3064"/>
                </a:cubicBezTo>
                <a:cubicBezTo>
                  <a:pt x="883" y="3064"/>
                  <a:pt x="799" y="2792"/>
                  <a:pt x="799" y="2457"/>
                </a:cubicBezTo>
                <a:cubicBezTo>
                  <a:pt x="799" y="2122"/>
                  <a:pt x="883" y="1849"/>
                  <a:pt x="987" y="1849"/>
                </a:cubicBezTo>
                <a:close/>
                <a:moveTo>
                  <a:pt x="20580" y="1849"/>
                </a:moveTo>
                <a:cubicBezTo>
                  <a:pt x="20684" y="1849"/>
                  <a:pt x="20769" y="2122"/>
                  <a:pt x="20769" y="2457"/>
                </a:cubicBezTo>
                <a:cubicBezTo>
                  <a:pt x="20769" y="2792"/>
                  <a:pt x="20684" y="3064"/>
                  <a:pt x="20580" y="3064"/>
                </a:cubicBezTo>
                <a:cubicBezTo>
                  <a:pt x="20476" y="3064"/>
                  <a:pt x="20392" y="2792"/>
                  <a:pt x="20392" y="2457"/>
                </a:cubicBezTo>
                <a:cubicBezTo>
                  <a:pt x="20392" y="2122"/>
                  <a:pt x="20476" y="1849"/>
                  <a:pt x="20580" y="1849"/>
                </a:cubicBezTo>
                <a:close/>
                <a:moveTo>
                  <a:pt x="5370" y="2210"/>
                </a:moveTo>
                <a:cubicBezTo>
                  <a:pt x="8656" y="2210"/>
                  <a:pt x="9321" y="6283"/>
                  <a:pt x="8825" y="11470"/>
                </a:cubicBezTo>
                <a:cubicBezTo>
                  <a:pt x="8328" y="16656"/>
                  <a:pt x="7551" y="18689"/>
                  <a:pt x="5249" y="18689"/>
                </a:cubicBezTo>
                <a:cubicBezTo>
                  <a:pt x="4602" y="18689"/>
                  <a:pt x="2359" y="19127"/>
                  <a:pt x="1908" y="11032"/>
                </a:cubicBezTo>
                <a:cubicBezTo>
                  <a:pt x="1456" y="2938"/>
                  <a:pt x="2480" y="2210"/>
                  <a:pt x="5370" y="2210"/>
                </a:cubicBezTo>
                <a:close/>
                <a:moveTo>
                  <a:pt x="16198" y="2210"/>
                </a:moveTo>
                <a:cubicBezTo>
                  <a:pt x="19087" y="2211"/>
                  <a:pt x="20112" y="2938"/>
                  <a:pt x="19660" y="11032"/>
                </a:cubicBezTo>
                <a:cubicBezTo>
                  <a:pt x="19209" y="19127"/>
                  <a:pt x="16966" y="18689"/>
                  <a:pt x="16319" y="18689"/>
                </a:cubicBezTo>
                <a:cubicBezTo>
                  <a:pt x="14017" y="18689"/>
                  <a:pt x="13240" y="16656"/>
                  <a:pt x="12743" y="11470"/>
                </a:cubicBezTo>
                <a:cubicBezTo>
                  <a:pt x="12247" y="6283"/>
                  <a:pt x="12912" y="2210"/>
                  <a:pt x="16198" y="2210"/>
                </a:cubicBezTo>
                <a:close/>
                <a:moveTo>
                  <a:pt x="987" y="4081"/>
                </a:moveTo>
                <a:cubicBezTo>
                  <a:pt x="1091" y="4081"/>
                  <a:pt x="1176" y="4353"/>
                  <a:pt x="1176" y="4688"/>
                </a:cubicBezTo>
                <a:cubicBezTo>
                  <a:pt x="1176" y="5023"/>
                  <a:pt x="1091" y="5295"/>
                  <a:pt x="987" y="5295"/>
                </a:cubicBezTo>
                <a:cubicBezTo>
                  <a:pt x="883" y="5295"/>
                  <a:pt x="799" y="5023"/>
                  <a:pt x="799" y="4688"/>
                </a:cubicBezTo>
                <a:cubicBezTo>
                  <a:pt x="799" y="4353"/>
                  <a:pt x="883" y="4081"/>
                  <a:pt x="987" y="4081"/>
                </a:cubicBezTo>
                <a:close/>
                <a:moveTo>
                  <a:pt x="20580" y="4081"/>
                </a:moveTo>
                <a:cubicBezTo>
                  <a:pt x="20684" y="4081"/>
                  <a:pt x="20769" y="4353"/>
                  <a:pt x="20769" y="4688"/>
                </a:cubicBezTo>
                <a:cubicBezTo>
                  <a:pt x="20769" y="5023"/>
                  <a:pt x="20684" y="5295"/>
                  <a:pt x="20580" y="5295"/>
                </a:cubicBezTo>
                <a:cubicBezTo>
                  <a:pt x="20476" y="5295"/>
                  <a:pt x="20392" y="5023"/>
                  <a:pt x="20392" y="4688"/>
                </a:cubicBezTo>
                <a:cubicBezTo>
                  <a:pt x="20392" y="4353"/>
                  <a:pt x="20476" y="4081"/>
                  <a:pt x="20580" y="4081"/>
                </a:cubicBezTo>
                <a:close/>
              </a:path>
            </a:pathLst>
          </a:custGeom>
          <a:solidFill>
            <a:srgbClr val="004C7F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71" name="Google Shape;71;p2"/>
          <p:cNvGrpSpPr/>
          <p:nvPr/>
        </p:nvGrpSpPr>
        <p:grpSpPr>
          <a:xfrm>
            <a:off x="7483833" y="1754726"/>
            <a:ext cx="3851137" cy="1377766"/>
            <a:chOff x="-1" y="-1"/>
            <a:chExt cx="3851136" cy="1377765"/>
          </a:xfrm>
        </p:grpSpPr>
        <p:sp>
          <p:nvSpPr>
            <p:cNvPr id="72" name="Google Shape;72;p2"/>
            <p:cNvSpPr/>
            <p:nvPr/>
          </p:nvSpPr>
          <p:spPr>
            <a:xfrm>
              <a:off x="53881" y="53881"/>
              <a:ext cx="3743373" cy="12700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Helvetica Neue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color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Helvetica Neue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tamaño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Helvetica Neue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peso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Helvetica Neue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estado</a:t>
              </a:r>
              <a:endParaRPr/>
            </a:p>
          </p:txBody>
        </p:sp>
        <p:pic>
          <p:nvPicPr>
            <p:cNvPr descr="color…" id="73" name="Google Shape;73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" y="-1"/>
              <a:ext cx="3851136" cy="13777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4" name="Google Shape;74;p2"/>
          <p:cNvGrpSpPr/>
          <p:nvPr/>
        </p:nvGrpSpPr>
        <p:grpSpPr>
          <a:xfrm>
            <a:off x="7483833" y="4742931"/>
            <a:ext cx="3851137" cy="1377766"/>
            <a:chOff x="-1" y="-1"/>
            <a:chExt cx="3851136" cy="1377765"/>
          </a:xfrm>
        </p:grpSpPr>
        <p:sp>
          <p:nvSpPr>
            <p:cNvPr id="75" name="Google Shape;75;p2"/>
            <p:cNvSpPr/>
            <p:nvPr/>
          </p:nvSpPr>
          <p:spPr>
            <a:xfrm>
              <a:off x="53881" y="53881"/>
              <a:ext cx="3743373" cy="12700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Helvetica Neue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saltar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Helvetica Neue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Iluminar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Helvetica Neue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llorar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Helvetica Neue"/>
                <a:buNone/>
              </a:pPr>
              <a:r>
                <a:rPr b="0" i="0" lang="en-US" sz="15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cortar</a:t>
              </a:r>
              <a:endParaRPr/>
            </a:p>
          </p:txBody>
        </p:sp>
        <p:pic>
          <p:nvPicPr>
            <p:cNvPr descr="saltar…" id="76" name="Google Shape;76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" y="-1"/>
              <a:ext cx="3851136" cy="137776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7" name="Google Shape;77;p2"/>
          <p:cNvSpPr txBox="1"/>
          <p:nvPr/>
        </p:nvSpPr>
        <p:spPr>
          <a:xfrm>
            <a:off x="6759800" y="3189350"/>
            <a:ext cx="52992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fontScale="70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Helvetica Neue"/>
              <a:buNone/>
            </a:pPr>
            <a:r>
              <a:rPr b="0" i="0" lang="en-US" sz="2997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Atributos</a:t>
            </a:r>
            <a:br>
              <a:rPr lang="en-US" sz="2997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2997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Cara</a:t>
            </a:r>
            <a:r>
              <a:rPr lang="en-US" sz="2997">
                <a:latin typeface="Helvetica Neue"/>
                <a:ea typeface="Helvetica Neue"/>
                <a:cs typeface="Helvetica Neue"/>
                <a:sym typeface="Helvetica Neue"/>
              </a:rPr>
              <a:t>cteristicas</a:t>
            </a:r>
            <a:br>
              <a:rPr lang="en-US" sz="2997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2997">
                <a:latin typeface="Helvetica Neue"/>
                <a:ea typeface="Helvetica Neue"/>
                <a:cs typeface="Helvetica Neue"/>
                <a:sym typeface="Helvetica Neue"/>
              </a:rPr>
              <a:t>Propiedades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Helvetica Neue"/>
              <a:buNone/>
            </a:pPr>
            <a:r>
              <a:rPr b="0" i="0" lang="en-US" sz="2997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</a:t>
            </a:r>
            <a:r>
              <a:rPr b="0" i="0" lang="en-US" sz="2997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4453501" y="1291436"/>
            <a:ext cx="800353" cy="685283"/>
          </a:xfrm>
          <a:custGeom>
            <a:rect b="b" l="l" r="r" t="t"/>
            <a:pathLst>
              <a:path extrusionOk="0" h="21576" w="21533">
                <a:moveTo>
                  <a:pt x="18953" y="14"/>
                </a:moveTo>
                <a:cubicBezTo>
                  <a:pt x="18892" y="51"/>
                  <a:pt x="18822" y="169"/>
                  <a:pt x="18765" y="369"/>
                </a:cubicBezTo>
                <a:cubicBezTo>
                  <a:pt x="18651" y="770"/>
                  <a:pt x="18251" y="603"/>
                  <a:pt x="18122" y="1155"/>
                </a:cubicBezTo>
                <a:cubicBezTo>
                  <a:pt x="18122" y="1155"/>
                  <a:pt x="15299" y="-21"/>
                  <a:pt x="12367" y="4614"/>
                </a:cubicBezTo>
                <a:cubicBezTo>
                  <a:pt x="12195" y="4859"/>
                  <a:pt x="11757" y="5217"/>
                  <a:pt x="11434" y="5016"/>
                </a:cubicBezTo>
                <a:cubicBezTo>
                  <a:pt x="11478" y="5231"/>
                  <a:pt x="11626" y="5493"/>
                  <a:pt x="11852" y="5717"/>
                </a:cubicBezTo>
                <a:cubicBezTo>
                  <a:pt x="10711" y="6070"/>
                  <a:pt x="7840" y="6343"/>
                  <a:pt x="6026" y="5900"/>
                </a:cubicBezTo>
                <a:cubicBezTo>
                  <a:pt x="4860" y="5616"/>
                  <a:pt x="3517" y="5988"/>
                  <a:pt x="2662" y="6898"/>
                </a:cubicBezTo>
                <a:cubicBezTo>
                  <a:pt x="1922" y="6943"/>
                  <a:pt x="628" y="7355"/>
                  <a:pt x="628" y="9695"/>
                </a:cubicBezTo>
                <a:cubicBezTo>
                  <a:pt x="628" y="12970"/>
                  <a:pt x="543" y="16681"/>
                  <a:pt x="0" y="17483"/>
                </a:cubicBezTo>
                <a:cubicBezTo>
                  <a:pt x="478" y="17282"/>
                  <a:pt x="890" y="17089"/>
                  <a:pt x="1173" y="16803"/>
                </a:cubicBezTo>
                <a:cubicBezTo>
                  <a:pt x="1125" y="18347"/>
                  <a:pt x="1086" y="20189"/>
                  <a:pt x="1086" y="20189"/>
                </a:cubicBezTo>
                <a:cubicBezTo>
                  <a:pt x="1086" y="20189"/>
                  <a:pt x="1582" y="20322"/>
                  <a:pt x="1470" y="20957"/>
                </a:cubicBezTo>
                <a:cubicBezTo>
                  <a:pt x="1385" y="21375"/>
                  <a:pt x="1657" y="21576"/>
                  <a:pt x="1657" y="21576"/>
                </a:cubicBezTo>
                <a:lnTo>
                  <a:pt x="2686" y="21576"/>
                </a:lnTo>
                <a:lnTo>
                  <a:pt x="2341" y="20674"/>
                </a:lnTo>
                <a:cubicBezTo>
                  <a:pt x="2341" y="20674"/>
                  <a:pt x="1957" y="20374"/>
                  <a:pt x="1942" y="20022"/>
                </a:cubicBezTo>
                <a:cubicBezTo>
                  <a:pt x="1922" y="19571"/>
                  <a:pt x="1770" y="16613"/>
                  <a:pt x="3013" y="15059"/>
                </a:cubicBezTo>
                <a:cubicBezTo>
                  <a:pt x="2956" y="15778"/>
                  <a:pt x="2899" y="16078"/>
                  <a:pt x="2899" y="16078"/>
                </a:cubicBezTo>
                <a:lnTo>
                  <a:pt x="3570" y="20240"/>
                </a:lnTo>
                <a:cubicBezTo>
                  <a:pt x="3570" y="20240"/>
                  <a:pt x="4098" y="20423"/>
                  <a:pt x="4084" y="21042"/>
                </a:cubicBezTo>
                <a:cubicBezTo>
                  <a:pt x="4069" y="21292"/>
                  <a:pt x="4351" y="21576"/>
                  <a:pt x="4351" y="21576"/>
                </a:cubicBezTo>
                <a:lnTo>
                  <a:pt x="5442" y="21576"/>
                </a:lnTo>
                <a:lnTo>
                  <a:pt x="4998" y="20674"/>
                </a:lnTo>
                <a:cubicBezTo>
                  <a:pt x="4998" y="20674"/>
                  <a:pt x="4198" y="20857"/>
                  <a:pt x="4112" y="17013"/>
                </a:cubicBezTo>
                <a:cubicBezTo>
                  <a:pt x="4455" y="16345"/>
                  <a:pt x="4899" y="12536"/>
                  <a:pt x="6341" y="11934"/>
                </a:cubicBezTo>
                <a:cubicBezTo>
                  <a:pt x="6341" y="11934"/>
                  <a:pt x="8049" y="13317"/>
                  <a:pt x="12118" y="13464"/>
                </a:cubicBezTo>
                <a:cubicBezTo>
                  <a:pt x="11951" y="15958"/>
                  <a:pt x="11800" y="16943"/>
                  <a:pt x="11800" y="16943"/>
                </a:cubicBezTo>
                <a:cubicBezTo>
                  <a:pt x="11800" y="16943"/>
                  <a:pt x="11873" y="18929"/>
                  <a:pt x="11566" y="20201"/>
                </a:cubicBezTo>
                <a:cubicBezTo>
                  <a:pt x="11915" y="20672"/>
                  <a:pt x="12256" y="20566"/>
                  <a:pt x="12090" y="21246"/>
                </a:cubicBezTo>
                <a:cubicBezTo>
                  <a:pt x="12037" y="21455"/>
                  <a:pt x="12264" y="21543"/>
                  <a:pt x="12264" y="21543"/>
                </a:cubicBezTo>
                <a:lnTo>
                  <a:pt x="13396" y="21543"/>
                </a:lnTo>
                <a:lnTo>
                  <a:pt x="13052" y="20777"/>
                </a:lnTo>
                <a:cubicBezTo>
                  <a:pt x="13052" y="20777"/>
                  <a:pt x="12251" y="20742"/>
                  <a:pt x="12462" y="18860"/>
                </a:cubicBezTo>
                <a:cubicBezTo>
                  <a:pt x="12674" y="16978"/>
                  <a:pt x="13012" y="17413"/>
                  <a:pt x="13235" y="15827"/>
                </a:cubicBezTo>
                <a:cubicBezTo>
                  <a:pt x="13306" y="15321"/>
                  <a:pt x="13414" y="14808"/>
                  <a:pt x="13528" y="14344"/>
                </a:cubicBezTo>
                <a:cubicBezTo>
                  <a:pt x="13726" y="16218"/>
                  <a:pt x="13748" y="16976"/>
                  <a:pt x="13748" y="16976"/>
                </a:cubicBezTo>
                <a:cubicBezTo>
                  <a:pt x="13748" y="16976"/>
                  <a:pt x="14182" y="18962"/>
                  <a:pt x="14106" y="20234"/>
                </a:cubicBezTo>
                <a:cubicBezTo>
                  <a:pt x="14540" y="20705"/>
                  <a:pt x="14862" y="20600"/>
                  <a:pt x="14819" y="21279"/>
                </a:cubicBezTo>
                <a:cubicBezTo>
                  <a:pt x="14804" y="21489"/>
                  <a:pt x="15047" y="21576"/>
                  <a:pt x="15047" y="21576"/>
                </a:cubicBezTo>
                <a:lnTo>
                  <a:pt x="16179" y="21576"/>
                </a:lnTo>
                <a:lnTo>
                  <a:pt x="15695" y="20810"/>
                </a:lnTo>
                <a:cubicBezTo>
                  <a:pt x="15695" y="20810"/>
                  <a:pt x="14888" y="20775"/>
                  <a:pt x="14759" y="18893"/>
                </a:cubicBezTo>
                <a:cubicBezTo>
                  <a:pt x="14629" y="17011"/>
                  <a:pt x="15047" y="17446"/>
                  <a:pt x="14982" y="15860"/>
                </a:cubicBezTo>
                <a:cubicBezTo>
                  <a:pt x="14934" y="14679"/>
                  <a:pt x="15080" y="13460"/>
                  <a:pt x="15158" y="12914"/>
                </a:cubicBezTo>
                <a:cubicBezTo>
                  <a:pt x="15463" y="12560"/>
                  <a:pt x="16744" y="10940"/>
                  <a:pt x="16328" y="9125"/>
                </a:cubicBezTo>
                <a:cubicBezTo>
                  <a:pt x="16328" y="9125"/>
                  <a:pt x="16854" y="5759"/>
                  <a:pt x="17850" y="5081"/>
                </a:cubicBezTo>
                <a:cubicBezTo>
                  <a:pt x="18250" y="5482"/>
                  <a:pt x="18822" y="5684"/>
                  <a:pt x="19222" y="5484"/>
                </a:cubicBezTo>
                <a:cubicBezTo>
                  <a:pt x="19936" y="5918"/>
                  <a:pt x="20236" y="5984"/>
                  <a:pt x="20365" y="6385"/>
                </a:cubicBezTo>
                <a:cubicBezTo>
                  <a:pt x="20436" y="6586"/>
                  <a:pt x="20978" y="6519"/>
                  <a:pt x="21049" y="6352"/>
                </a:cubicBezTo>
                <a:cubicBezTo>
                  <a:pt x="21235" y="6486"/>
                  <a:pt x="21535" y="6185"/>
                  <a:pt x="21493" y="5884"/>
                </a:cubicBezTo>
                <a:cubicBezTo>
                  <a:pt x="21449" y="5584"/>
                  <a:pt x="21600" y="5534"/>
                  <a:pt x="21496" y="5250"/>
                </a:cubicBezTo>
                <a:cubicBezTo>
                  <a:pt x="21392" y="4966"/>
                  <a:pt x="20007" y="2993"/>
                  <a:pt x="20007" y="2993"/>
                </a:cubicBezTo>
                <a:cubicBezTo>
                  <a:pt x="20007" y="2993"/>
                  <a:pt x="19853" y="1840"/>
                  <a:pt x="19027" y="1359"/>
                </a:cubicBezTo>
                <a:cubicBezTo>
                  <a:pt x="19103" y="1062"/>
                  <a:pt x="19142" y="606"/>
                  <a:pt x="19079" y="135"/>
                </a:cubicBezTo>
                <a:cubicBezTo>
                  <a:pt x="19065" y="18"/>
                  <a:pt x="19014" y="-24"/>
                  <a:pt x="18953" y="14"/>
                </a:cubicBezTo>
                <a:close/>
                <a:moveTo>
                  <a:pt x="1798" y="9298"/>
                </a:moveTo>
                <a:cubicBezTo>
                  <a:pt x="1804" y="9485"/>
                  <a:pt x="1822" y="9677"/>
                  <a:pt x="1856" y="9878"/>
                </a:cubicBezTo>
                <a:cubicBezTo>
                  <a:pt x="2284" y="12396"/>
                  <a:pt x="2093" y="13640"/>
                  <a:pt x="1546" y="14586"/>
                </a:cubicBezTo>
                <a:cubicBezTo>
                  <a:pt x="1492" y="13086"/>
                  <a:pt x="1433" y="10650"/>
                  <a:pt x="1798" y="9298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2025515" y="3656969"/>
            <a:ext cx="744162" cy="673690"/>
          </a:xfrm>
          <a:custGeom>
            <a:rect b="b" l="l" r="r" t="t"/>
            <a:pathLst>
              <a:path extrusionOk="0" h="21600" w="21506">
                <a:moveTo>
                  <a:pt x="7558" y="0"/>
                </a:moveTo>
                <a:cubicBezTo>
                  <a:pt x="6594" y="0"/>
                  <a:pt x="5708" y="535"/>
                  <a:pt x="5187" y="1430"/>
                </a:cubicBezTo>
                <a:cubicBezTo>
                  <a:pt x="4779" y="2130"/>
                  <a:pt x="4642" y="2965"/>
                  <a:pt x="4801" y="3782"/>
                </a:cubicBezTo>
                <a:cubicBezTo>
                  <a:pt x="4959" y="4599"/>
                  <a:pt x="5393" y="5298"/>
                  <a:pt x="6024" y="5750"/>
                </a:cubicBezTo>
                <a:cubicBezTo>
                  <a:pt x="6171" y="5856"/>
                  <a:pt x="6329" y="5946"/>
                  <a:pt x="6494" y="6021"/>
                </a:cubicBezTo>
                <a:lnTo>
                  <a:pt x="6531" y="6043"/>
                </a:lnTo>
                <a:lnTo>
                  <a:pt x="8917" y="7674"/>
                </a:lnTo>
                <a:lnTo>
                  <a:pt x="9567" y="10332"/>
                </a:lnTo>
                <a:lnTo>
                  <a:pt x="7116" y="10766"/>
                </a:lnTo>
                <a:lnTo>
                  <a:pt x="4762" y="8996"/>
                </a:lnTo>
                <a:cubicBezTo>
                  <a:pt x="4633" y="8859"/>
                  <a:pt x="4494" y="8735"/>
                  <a:pt x="4347" y="8630"/>
                </a:cubicBezTo>
                <a:cubicBezTo>
                  <a:pt x="3876" y="8292"/>
                  <a:pt x="3345" y="8133"/>
                  <a:pt x="2821" y="8133"/>
                </a:cubicBezTo>
                <a:cubicBezTo>
                  <a:pt x="1896" y="8133"/>
                  <a:pt x="989" y="8636"/>
                  <a:pt x="451" y="9560"/>
                </a:cubicBezTo>
                <a:cubicBezTo>
                  <a:pt x="43" y="10260"/>
                  <a:pt x="-94" y="11096"/>
                  <a:pt x="64" y="11913"/>
                </a:cubicBezTo>
                <a:cubicBezTo>
                  <a:pt x="223" y="12730"/>
                  <a:pt x="658" y="13429"/>
                  <a:pt x="1289" y="13881"/>
                </a:cubicBezTo>
                <a:cubicBezTo>
                  <a:pt x="2594" y="14816"/>
                  <a:pt x="4341" y="14400"/>
                  <a:pt x="5184" y="12953"/>
                </a:cubicBezTo>
                <a:cubicBezTo>
                  <a:pt x="5255" y="12830"/>
                  <a:pt x="5321" y="12696"/>
                  <a:pt x="5379" y="12558"/>
                </a:cubicBezTo>
                <a:lnTo>
                  <a:pt x="5506" y="12248"/>
                </a:lnTo>
                <a:lnTo>
                  <a:pt x="5755" y="12448"/>
                </a:lnTo>
                <a:cubicBezTo>
                  <a:pt x="6327" y="12907"/>
                  <a:pt x="7269" y="12731"/>
                  <a:pt x="7279" y="12729"/>
                </a:cubicBezTo>
                <a:lnTo>
                  <a:pt x="7316" y="12726"/>
                </a:lnTo>
                <a:lnTo>
                  <a:pt x="12082" y="12582"/>
                </a:lnTo>
                <a:lnTo>
                  <a:pt x="12682" y="12569"/>
                </a:lnTo>
                <a:lnTo>
                  <a:pt x="12680" y="12563"/>
                </a:lnTo>
                <a:lnTo>
                  <a:pt x="21506" y="12295"/>
                </a:lnTo>
                <a:cubicBezTo>
                  <a:pt x="20790" y="11514"/>
                  <a:pt x="20217" y="11228"/>
                  <a:pt x="20211" y="11225"/>
                </a:cubicBezTo>
                <a:lnTo>
                  <a:pt x="20169" y="11199"/>
                </a:lnTo>
                <a:cubicBezTo>
                  <a:pt x="19557" y="10730"/>
                  <a:pt x="18046" y="10594"/>
                  <a:pt x="17516" y="10582"/>
                </a:cubicBezTo>
                <a:lnTo>
                  <a:pt x="12692" y="10205"/>
                </a:lnTo>
                <a:lnTo>
                  <a:pt x="11802" y="10233"/>
                </a:lnTo>
                <a:lnTo>
                  <a:pt x="10602" y="7052"/>
                </a:lnTo>
                <a:cubicBezTo>
                  <a:pt x="10511" y="6749"/>
                  <a:pt x="10178" y="5898"/>
                  <a:pt x="9735" y="5603"/>
                </a:cubicBezTo>
                <a:lnTo>
                  <a:pt x="9476" y="5432"/>
                </a:lnTo>
                <a:lnTo>
                  <a:pt x="9675" y="5180"/>
                </a:lnTo>
                <a:cubicBezTo>
                  <a:pt x="9764" y="5066"/>
                  <a:pt x="9846" y="4944"/>
                  <a:pt x="9918" y="4820"/>
                </a:cubicBezTo>
                <a:cubicBezTo>
                  <a:pt x="10761" y="3373"/>
                  <a:pt x="10386" y="1435"/>
                  <a:pt x="9082" y="500"/>
                </a:cubicBezTo>
                <a:cubicBezTo>
                  <a:pt x="8626" y="173"/>
                  <a:pt x="8099" y="0"/>
                  <a:pt x="7558" y="0"/>
                </a:cubicBezTo>
                <a:close/>
                <a:moveTo>
                  <a:pt x="7556" y="939"/>
                </a:moveTo>
                <a:cubicBezTo>
                  <a:pt x="7935" y="939"/>
                  <a:pt x="8304" y="1059"/>
                  <a:pt x="8623" y="1288"/>
                </a:cubicBezTo>
                <a:cubicBezTo>
                  <a:pt x="9065" y="1605"/>
                  <a:pt x="9367" y="2094"/>
                  <a:pt x="9478" y="2666"/>
                </a:cubicBezTo>
                <a:cubicBezTo>
                  <a:pt x="9589" y="3237"/>
                  <a:pt x="9493" y="3822"/>
                  <a:pt x="9208" y="4311"/>
                </a:cubicBezTo>
                <a:cubicBezTo>
                  <a:pt x="8843" y="4937"/>
                  <a:pt x="8223" y="5311"/>
                  <a:pt x="7549" y="5311"/>
                </a:cubicBezTo>
                <a:cubicBezTo>
                  <a:pt x="7170" y="5311"/>
                  <a:pt x="6801" y="5191"/>
                  <a:pt x="6482" y="4962"/>
                </a:cubicBezTo>
                <a:cubicBezTo>
                  <a:pt x="6041" y="4645"/>
                  <a:pt x="5736" y="4156"/>
                  <a:pt x="5626" y="3584"/>
                </a:cubicBezTo>
                <a:cubicBezTo>
                  <a:pt x="5515" y="3013"/>
                  <a:pt x="5612" y="2428"/>
                  <a:pt x="5898" y="1939"/>
                </a:cubicBezTo>
                <a:cubicBezTo>
                  <a:pt x="6262" y="1313"/>
                  <a:pt x="6882" y="939"/>
                  <a:pt x="7556" y="939"/>
                </a:cubicBezTo>
                <a:close/>
                <a:moveTo>
                  <a:pt x="2791" y="9070"/>
                </a:moveTo>
                <a:cubicBezTo>
                  <a:pt x="3178" y="9063"/>
                  <a:pt x="3555" y="9181"/>
                  <a:pt x="3887" y="9419"/>
                </a:cubicBezTo>
                <a:cubicBezTo>
                  <a:pt x="4800" y="10073"/>
                  <a:pt x="5063" y="11429"/>
                  <a:pt x="4473" y="12442"/>
                </a:cubicBezTo>
                <a:cubicBezTo>
                  <a:pt x="4096" y="13089"/>
                  <a:pt x="3462" y="13443"/>
                  <a:pt x="2815" y="13443"/>
                </a:cubicBezTo>
                <a:cubicBezTo>
                  <a:pt x="2448" y="13443"/>
                  <a:pt x="2078" y="13329"/>
                  <a:pt x="1748" y="13093"/>
                </a:cubicBezTo>
                <a:cubicBezTo>
                  <a:pt x="835" y="12438"/>
                  <a:pt x="572" y="11082"/>
                  <a:pt x="1162" y="10069"/>
                </a:cubicBezTo>
                <a:cubicBezTo>
                  <a:pt x="1447" y="9579"/>
                  <a:pt x="1888" y="9242"/>
                  <a:pt x="2403" y="9119"/>
                </a:cubicBezTo>
                <a:cubicBezTo>
                  <a:pt x="2532" y="9088"/>
                  <a:pt x="2662" y="9073"/>
                  <a:pt x="2791" y="9070"/>
                </a:cubicBezTo>
                <a:close/>
                <a:moveTo>
                  <a:pt x="10915" y="10738"/>
                </a:moveTo>
                <a:cubicBezTo>
                  <a:pt x="10966" y="10732"/>
                  <a:pt x="11019" y="10734"/>
                  <a:pt x="11071" y="10744"/>
                </a:cubicBezTo>
                <a:cubicBezTo>
                  <a:pt x="11140" y="10758"/>
                  <a:pt x="11209" y="10786"/>
                  <a:pt x="11272" y="10832"/>
                </a:cubicBezTo>
                <a:cubicBezTo>
                  <a:pt x="11525" y="11013"/>
                  <a:pt x="11597" y="11385"/>
                  <a:pt x="11434" y="11665"/>
                </a:cubicBezTo>
                <a:cubicBezTo>
                  <a:pt x="11271" y="11945"/>
                  <a:pt x="10933" y="12026"/>
                  <a:pt x="10681" y="11846"/>
                </a:cubicBezTo>
                <a:cubicBezTo>
                  <a:pt x="10429" y="11665"/>
                  <a:pt x="10357" y="11291"/>
                  <a:pt x="10520" y="11011"/>
                </a:cubicBezTo>
                <a:cubicBezTo>
                  <a:pt x="10611" y="10853"/>
                  <a:pt x="10759" y="10759"/>
                  <a:pt x="10915" y="10738"/>
                </a:cubicBezTo>
                <a:close/>
                <a:moveTo>
                  <a:pt x="12892" y="13124"/>
                </a:moveTo>
                <a:lnTo>
                  <a:pt x="10607" y="13169"/>
                </a:lnTo>
                <a:lnTo>
                  <a:pt x="10748" y="13544"/>
                </a:lnTo>
                <a:lnTo>
                  <a:pt x="13033" y="18256"/>
                </a:lnTo>
                <a:cubicBezTo>
                  <a:pt x="13267" y="18800"/>
                  <a:pt x="14000" y="20272"/>
                  <a:pt x="14636" y="20698"/>
                </a:cubicBezTo>
                <a:lnTo>
                  <a:pt x="14676" y="20730"/>
                </a:lnTo>
                <a:cubicBezTo>
                  <a:pt x="14681" y="20735"/>
                  <a:pt x="15151" y="21197"/>
                  <a:pt x="16088" y="21600"/>
                </a:cubicBezTo>
                <a:lnTo>
                  <a:pt x="12892" y="13124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6944455" y="3651173"/>
            <a:ext cx="685282" cy="685282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cubicBezTo>
                  <a:pt x="4833" y="0"/>
                  <a:pt x="0" y="4833"/>
                  <a:pt x="0" y="10800"/>
                </a:cubicBezTo>
                <a:cubicBezTo>
                  <a:pt x="0" y="16767"/>
                  <a:pt x="4833" y="21600"/>
                  <a:pt x="10800" y="21600"/>
                </a:cubicBezTo>
                <a:cubicBezTo>
                  <a:pt x="16767" y="21600"/>
                  <a:pt x="21600" y="16767"/>
                  <a:pt x="21600" y="10800"/>
                </a:cubicBezTo>
                <a:cubicBezTo>
                  <a:pt x="21600" y="4833"/>
                  <a:pt x="16762" y="0"/>
                  <a:pt x="10800" y="0"/>
                </a:cubicBezTo>
                <a:close/>
                <a:moveTo>
                  <a:pt x="10714" y="1340"/>
                </a:moveTo>
                <a:lnTo>
                  <a:pt x="10886" y="1340"/>
                </a:lnTo>
                <a:cubicBezTo>
                  <a:pt x="10994" y="1340"/>
                  <a:pt x="11080" y="1426"/>
                  <a:pt x="11080" y="1534"/>
                </a:cubicBezTo>
                <a:lnTo>
                  <a:pt x="11080" y="3100"/>
                </a:lnTo>
                <a:cubicBezTo>
                  <a:pt x="11080" y="3208"/>
                  <a:pt x="10994" y="3294"/>
                  <a:pt x="10886" y="3294"/>
                </a:cubicBezTo>
                <a:lnTo>
                  <a:pt x="10714" y="3294"/>
                </a:lnTo>
                <a:cubicBezTo>
                  <a:pt x="10606" y="3294"/>
                  <a:pt x="10520" y="3208"/>
                  <a:pt x="10520" y="3100"/>
                </a:cubicBezTo>
                <a:lnTo>
                  <a:pt x="10520" y="1534"/>
                </a:lnTo>
                <a:cubicBezTo>
                  <a:pt x="10520" y="1426"/>
                  <a:pt x="10606" y="1340"/>
                  <a:pt x="10714" y="1340"/>
                </a:cubicBezTo>
                <a:close/>
                <a:moveTo>
                  <a:pt x="6218" y="2541"/>
                </a:moveTo>
                <a:cubicBezTo>
                  <a:pt x="6293" y="2532"/>
                  <a:pt x="6369" y="2567"/>
                  <a:pt x="6409" y="2636"/>
                </a:cubicBezTo>
                <a:lnTo>
                  <a:pt x="7192" y="3991"/>
                </a:lnTo>
                <a:cubicBezTo>
                  <a:pt x="7246" y="4083"/>
                  <a:pt x="7215" y="4202"/>
                  <a:pt x="7123" y="4256"/>
                </a:cubicBezTo>
                <a:lnTo>
                  <a:pt x="6971" y="4342"/>
                </a:lnTo>
                <a:cubicBezTo>
                  <a:pt x="6879" y="4396"/>
                  <a:pt x="6760" y="4363"/>
                  <a:pt x="6706" y="4271"/>
                </a:cubicBezTo>
                <a:lnTo>
                  <a:pt x="5923" y="2916"/>
                </a:lnTo>
                <a:cubicBezTo>
                  <a:pt x="5869" y="2824"/>
                  <a:pt x="5902" y="2700"/>
                  <a:pt x="5994" y="2651"/>
                </a:cubicBezTo>
                <a:lnTo>
                  <a:pt x="6146" y="2565"/>
                </a:lnTo>
                <a:cubicBezTo>
                  <a:pt x="6169" y="2551"/>
                  <a:pt x="6194" y="2544"/>
                  <a:pt x="6218" y="2541"/>
                </a:cubicBezTo>
                <a:close/>
                <a:moveTo>
                  <a:pt x="15382" y="2541"/>
                </a:moveTo>
                <a:cubicBezTo>
                  <a:pt x="15406" y="2544"/>
                  <a:pt x="15431" y="2551"/>
                  <a:pt x="15454" y="2565"/>
                </a:cubicBezTo>
                <a:lnTo>
                  <a:pt x="15606" y="2651"/>
                </a:lnTo>
                <a:cubicBezTo>
                  <a:pt x="15698" y="2705"/>
                  <a:pt x="15731" y="2824"/>
                  <a:pt x="15677" y="2916"/>
                </a:cubicBezTo>
                <a:lnTo>
                  <a:pt x="14894" y="4271"/>
                </a:lnTo>
                <a:cubicBezTo>
                  <a:pt x="14840" y="4363"/>
                  <a:pt x="14721" y="4396"/>
                  <a:pt x="14629" y="4342"/>
                </a:cubicBezTo>
                <a:lnTo>
                  <a:pt x="14477" y="4256"/>
                </a:lnTo>
                <a:cubicBezTo>
                  <a:pt x="14385" y="4202"/>
                  <a:pt x="14354" y="4083"/>
                  <a:pt x="14408" y="3991"/>
                </a:cubicBezTo>
                <a:lnTo>
                  <a:pt x="15191" y="2636"/>
                </a:lnTo>
                <a:cubicBezTo>
                  <a:pt x="15231" y="2567"/>
                  <a:pt x="15307" y="2532"/>
                  <a:pt x="15382" y="2541"/>
                </a:cubicBezTo>
                <a:close/>
                <a:moveTo>
                  <a:pt x="16951" y="4904"/>
                </a:moveTo>
                <a:lnTo>
                  <a:pt x="17280" y="5282"/>
                </a:lnTo>
                <a:lnTo>
                  <a:pt x="11762" y="10660"/>
                </a:lnTo>
                <a:lnTo>
                  <a:pt x="12221" y="10903"/>
                </a:lnTo>
                <a:lnTo>
                  <a:pt x="11600" y="11978"/>
                </a:lnTo>
                <a:lnTo>
                  <a:pt x="10876" y="11524"/>
                </a:lnTo>
                <a:lnTo>
                  <a:pt x="10265" y="12118"/>
                </a:lnTo>
                <a:lnTo>
                  <a:pt x="9433" y="11205"/>
                </a:lnTo>
                <a:lnTo>
                  <a:pt x="9833" y="10871"/>
                </a:lnTo>
                <a:lnTo>
                  <a:pt x="6161" y="8576"/>
                </a:lnTo>
                <a:lnTo>
                  <a:pt x="6556" y="7896"/>
                </a:lnTo>
                <a:lnTo>
                  <a:pt x="10736" y="10115"/>
                </a:lnTo>
                <a:lnTo>
                  <a:pt x="16951" y="4904"/>
                </a:lnTo>
                <a:close/>
                <a:moveTo>
                  <a:pt x="2838" y="5899"/>
                </a:moveTo>
                <a:cubicBezTo>
                  <a:pt x="2863" y="5903"/>
                  <a:pt x="2888" y="5911"/>
                  <a:pt x="2911" y="5925"/>
                </a:cubicBezTo>
                <a:lnTo>
                  <a:pt x="4266" y="6708"/>
                </a:lnTo>
                <a:cubicBezTo>
                  <a:pt x="4358" y="6762"/>
                  <a:pt x="4391" y="6879"/>
                  <a:pt x="4337" y="6971"/>
                </a:cubicBezTo>
                <a:lnTo>
                  <a:pt x="4249" y="7123"/>
                </a:lnTo>
                <a:cubicBezTo>
                  <a:pt x="4195" y="7215"/>
                  <a:pt x="4078" y="7248"/>
                  <a:pt x="3986" y="7194"/>
                </a:cubicBezTo>
                <a:lnTo>
                  <a:pt x="2629" y="6411"/>
                </a:lnTo>
                <a:cubicBezTo>
                  <a:pt x="2537" y="6357"/>
                  <a:pt x="2506" y="6238"/>
                  <a:pt x="2560" y="6146"/>
                </a:cubicBezTo>
                <a:lnTo>
                  <a:pt x="2646" y="5994"/>
                </a:lnTo>
                <a:cubicBezTo>
                  <a:pt x="2686" y="5925"/>
                  <a:pt x="2764" y="5890"/>
                  <a:pt x="2838" y="5899"/>
                </a:cubicBezTo>
                <a:close/>
                <a:moveTo>
                  <a:pt x="18757" y="5899"/>
                </a:moveTo>
                <a:cubicBezTo>
                  <a:pt x="18831" y="5890"/>
                  <a:pt x="18908" y="5925"/>
                  <a:pt x="18949" y="5994"/>
                </a:cubicBezTo>
                <a:lnTo>
                  <a:pt x="19035" y="6146"/>
                </a:lnTo>
                <a:cubicBezTo>
                  <a:pt x="19089" y="6238"/>
                  <a:pt x="19056" y="6357"/>
                  <a:pt x="18964" y="6411"/>
                </a:cubicBezTo>
                <a:lnTo>
                  <a:pt x="17609" y="7194"/>
                </a:lnTo>
                <a:cubicBezTo>
                  <a:pt x="17517" y="7248"/>
                  <a:pt x="17398" y="7215"/>
                  <a:pt x="17344" y="7123"/>
                </a:cubicBezTo>
                <a:lnTo>
                  <a:pt x="17258" y="6971"/>
                </a:lnTo>
                <a:cubicBezTo>
                  <a:pt x="17204" y="6879"/>
                  <a:pt x="17237" y="6762"/>
                  <a:pt x="17329" y="6708"/>
                </a:cubicBezTo>
                <a:lnTo>
                  <a:pt x="18684" y="5925"/>
                </a:lnTo>
                <a:cubicBezTo>
                  <a:pt x="18707" y="5911"/>
                  <a:pt x="18732" y="5903"/>
                  <a:pt x="18757" y="5899"/>
                </a:cubicBezTo>
                <a:close/>
                <a:moveTo>
                  <a:pt x="10800" y="10439"/>
                </a:moveTo>
                <a:cubicBezTo>
                  <a:pt x="10707" y="10439"/>
                  <a:pt x="10614" y="10475"/>
                  <a:pt x="10543" y="10545"/>
                </a:cubicBezTo>
                <a:cubicBezTo>
                  <a:pt x="10402" y="10686"/>
                  <a:pt x="10402" y="10915"/>
                  <a:pt x="10543" y="11057"/>
                </a:cubicBezTo>
                <a:cubicBezTo>
                  <a:pt x="10685" y="11198"/>
                  <a:pt x="10915" y="11198"/>
                  <a:pt x="11057" y="11057"/>
                </a:cubicBezTo>
                <a:cubicBezTo>
                  <a:pt x="11198" y="10915"/>
                  <a:pt x="11198" y="10686"/>
                  <a:pt x="11057" y="10545"/>
                </a:cubicBezTo>
                <a:cubicBezTo>
                  <a:pt x="10986" y="10475"/>
                  <a:pt x="10893" y="10439"/>
                  <a:pt x="10800" y="10439"/>
                </a:cubicBezTo>
                <a:close/>
                <a:moveTo>
                  <a:pt x="1529" y="10520"/>
                </a:moveTo>
                <a:lnTo>
                  <a:pt x="3095" y="10520"/>
                </a:lnTo>
                <a:cubicBezTo>
                  <a:pt x="3203" y="10520"/>
                  <a:pt x="3289" y="10606"/>
                  <a:pt x="3289" y="10714"/>
                </a:cubicBezTo>
                <a:lnTo>
                  <a:pt x="3289" y="10886"/>
                </a:lnTo>
                <a:cubicBezTo>
                  <a:pt x="3289" y="10994"/>
                  <a:pt x="3203" y="11082"/>
                  <a:pt x="3095" y="11082"/>
                </a:cubicBezTo>
                <a:lnTo>
                  <a:pt x="1529" y="11082"/>
                </a:lnTo>
                <a:cubicBezTo>
                  <a:pt x="1426" y="11082"/>
                  <a:pt x="1333" y="10994"/>
                  <a:pt x="1333" y="10886"/>
                </a:cubicBezTo>
                <a:lnTo>
                  <a:pt x="1333" y="10714"/>
                </a:lnTo>
                <a:cubicBezTo>
                  <a:pt x="1333" y="10606"/>
                  <a:pt x="1421" y="10520"/>
                  <a:pt x="1529" y="10520"/>
                </a:cubicBezTo>
                <a:close/>
                <a:moveTo>
                  <a:pt x="18500" y="10520"/>
                </a:moveTo>
                <a:lnTo>
                  <a:pt x="20066" y="10520"/>
                </a:lnTo>
                <a:cubicBezTo>
                  <a:pt x="20174" y="10520"/>
                  <a:pt x="20260" y="10606"/>
                  <a:pt x="20260" y="10714"/>
                </a:cubicBezTo>
                <a:lnTo>
                  <a:pt x="20260" y="10886"/>
                </a:lnTo>
                <a:cubicBezTo>
                  <a:pt x="20260" y="10994"/>
                  <a:pt x="20174" y="11082"/>
                  <a:pt x="20066" y="11082"/>
                </a:cubicBezTo>
                <a:lnTo>
                  <a:pt x="18500" y="11082"/>
                </a:lnTo>
                <a:cubicBezTo>
                  <a:pt x="18392" y="11082"/>
                  <a:pt x="18306" y="10994"/>
                  <a:pt x="18306" y="10886"/>
                </a:cubicBezTo>
                <a:lnTo>
                  <a:pt x="18306" y="10714"/>
                </a:lnTo>
                <a:cubicBezTo>
                  <a:pt x="18306" y="10606"/>
                  <a:pt x="18392" y="10520"/>
                  <a:pt x="18500" y="10520"/>
                </a:cubicBezTo>
                <a:close/>
                <a:moveTo>
                  <a:pt x="4058" y="14383"/>
                </a:moveTo>
                <a:cubicBezTo>
                  <a:pt x="4133" y="14373"/>
                  <a:pt x="4209" y="14408"/>
                  <a:pt x="4249" y="14477"/>
                </a:cubicBezTo>
                <a:lnTo>
                  <a:pt x="4337" y="14629"/>
                </a:lnTo>
                <a:cubicBezTo>
                  <a:pt x="4391" y="14721"/>
                  <a:pt x="4358" y="14840"/>
                  <a:pt x="4266" y="14894"/>
                </a:cubicBezTo>
                <a:lnTo>
                  <a:pt x="2911" y="15677"/>
                </a:lnTo>
                <a:cubicBezTo>
                  <a:pt x="2819" y="15731"/>
                  <a:pt x="2700" y="15698"/>
                  <a:pt x="2646" y="15606"/>
                </a:cubicBezTo>
                <a:lnTo>
                  <a:pt x="2560" y="15456"/>
                </a:lnTo>
                <a:cubicBezTo>
                  <a:pt x="2506" y="15364"/>
                  <a:pt x="2537" y="15245"/>
                  <a:pt x="2629" y="15191"/>
                </a:cubicBezTo>
                <a:lnTo>
                  <a:pt x="3986" y="14408"/>
                </a:lnTo>
                <a:cubicBezTo>
                  <a:pt x="4009" y="14394"/>
                  <a:pt x="4034" y="14386"/>
                  <a:pt x="4058" y="14383"/>
                </a:cubicBezTo>
                <a:close/>
                <a:moveTo>
                  <a:pt x="17537" y="14383"/>
                </a:moveTo>
                <a:cubicBezTo>
                  <a:pt x="17561" y="14386"/>
                  <a:pt x="17586" y="14394"/>
                  <a:pt x="17609" y="14408"/>
                </a:cubicBezTo>
                <a:lnTo>
                  <a:pt x="18964" y="15191"/>
                </a:lnTo>
                <a:cubicBezTo>
                  <a:pt x="19056" y="15245"/>
                  <a:pt x="19089" y="15364"/>
                  <a:pt x="19035" y="15456"/>
                </a:cubicBezTo>
                <a:lnTo>
                  <a:pt x="18949" y="15606"/>
                </a:lnTo>
                <a:cubicBezTo>
                  <a:pt x="18895" y="15698"/>
                  <a:pt x="18776" y="15731"/>
                  <a:pt x="18684" y="15677"/>
                </a:cubicBezTo>
                <a:lnTo>
                  <a:pt x="17329" y="14894"/>
                </a:lnTo>
                <a:cubicBezTo>
                  <a:pt x="17237" y="14840"/>
                  <a:pt x="17204" y="14721"/>
                  <a:pt x="17258" y="14629"/>
                </a:cubicBezTo>
                <a:lnTo>
                  <a:pt x="17344" y="14477"/>
                </a:lnTo>
                <a:cubicBezTo>
                  <a:pt x="17385" y="14408"/>
                  <a:pt x="17462" y="14373"/>
                  <a:pt x="17537" y="14383"/>
                </a:cubicBezTo>
                <a:close/>
                <a:moveTo>
                  <a:pt x="6893" y="17240"/>
                </a:moveTo>
                <a:cubicBezTo>
                  <a:pt x="6918" y="17243"/>
                  <a:pt x="6943" y="17251"/>
                  <a:pt x="6966" y="17265"/>
                </a:cubicBezTo>
                <a:lnTo>
                  <a:pt x="7118" y="17351"/>
                </a:lnTo>
                <a:cubicBezTo>
                  <a:pt x="7210" y="17399"/>
                  <a:pt x="7241" y="17519"/>
                  <a:pt x="7187" y="17616"/>
                </a:cubicBezTo>
                <a:lnTo>
                  <a:pt x="6404" y="18971"/>
                </a:lnTo>
                <a:cubicBezTo>
                  <a:pt x="6350" y="19063"/>
                  <a:pt x="6231" y="19094"/>
                  <a:pt x="6139" y="19040"/>
                </a:cubicBezTo>
                <a:lnTo>
                  <a:pt x="5989" y="18954"/>
                </a:lnTo>
                <a:cubicBezTo>
                  <a:pt x="5897" y="18900"/>
                  <a:pt x="5864" y="18781"/>
                  <a:pt x="5918" y="18689"/>
                </a:cubicBezTo>
                <a:lnTo>
                  <a:pt x="6701" y="17334"/>
                </a:lnTo>
                <a:cubicBezTo>
                  <a:pt x="6742" y="17265"/>
                  <a:pt x="6819" y="17230"/>
                  <a:pt x="6893" y="17240"/>
                </a:cubicBezTo>
                <a:close/>
                <a:moveTo>
                  <a:pt x="14696" y="17240"/>
                </a:moveTo>
                <a:cubicBezTo>
                  <a:pt x="14771" y="17230"/>
                  <a:pt x="14847" y="17265"/>
                  <a:pt x="14887" y="17334"/>
                </a:cubicBezTo>
                <a:lnTo>
                  <a:pt x="15670" y="18689"/>
                </a:lnTo>
                <a:cubicBezTo>
                  <a:pt x="15730" y="18781"/>
                  <a:pt x="15698" y="18900"/>
                  <a:pt x="15601" y="18954"/>
                </a:cubicBezTo>
                <a:lnTo>
                  <a:pt x="15449" y="19040"/>
                </a:lnTo>
                <a:cubicBezTo>
                  <a:pt x="15357" y="19094"/>
                  <a:pt x="15238" y="19063"/>
                  <a:pt x="15184" y="18971"/>
                </a:cubicBezTo>
                <a:lnTo>
                  <a:pt x="14401" y="17616"/>
                </a:lnTo>
                <a:cubicBezTo>
                  <a:pt x="14347" y="17524"/>
                  <a:pt x="14380" y="17405"/>
                  <a:pt x="14472" y="17351"/>
                </a:cubicBezTo>
                <a:lnTo>
                  <a:pt x="14624" y="17265"/>
                </a:lnTo>
                <a:cubicBezTo>
                  <a:pt x="14647" y="17251"/>
                  <a:pt x="14672" y="17243"/>
                  <a:pt x="14696" y="17240"/>
                </a:cubicBezTo>
                <a:close/>
                <a:moveTo>
                  <a:pt x="10714" y="18306"/>
                </a:moveTo>
                <a:lnTo>
                  <a:pt x="10886" y="18306"/>
                </a:lnTo>
                <a:cubicBezTo>
                  <a:pt x="10994" y="18306"/>
                  <a:pt x="11080" y="18392"/>
                  <a:pt x="11080" y="18500"/>
                </a:cubicBezTo>
                <a:lnTo>
                  <a:pt x="11080" y="20066"/>
                </a:lnTo>
                <a:cubicBezTo>
                  <a:pt x="11080" y="20174"/>
                  <a:pt x="10994" y="20262"/>
                  <a:pt x="10886" y="20262"/>
                </a:cubicBezTo>
                <a:lnTo>
                  <a:pt x="10714" y="20262"/>
                </a:lnTo>
                <a:cubicBezTo>
                  <a:pt x="10606" y="20262"/>
                  <a:pt x="10520" y="20174"/>
                  <a:pt x="10520" y="20066"/>
                </a:cubicBezTo>
                <a:lnTo>
                  <a:pt x="10520" y="18500"/>
                </a:lnTo>
                <a:cubicBezTo>
                  <a:pt x="10520" y="18392"/>
                  <a:pt x="10606" y="18306"/>
                  <a:pt x="10714" y="1830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2863401" y="1954582"/>
            <a:ext cx="557641" cy="789318"/>
          </a:xfrm>
          <a:custGeom>
            <a:rect b="b" l="l" r="r" t="t"/>
            <a:pathLst>
              <a:path extrusionOk="0" h="21600" w="21600">
                <a:moveTo>
                  <a:pt x="1522" y="0"/>
                </a:moveTo>
                <a:cubicBezTo>
                  <a:pt x="681" y="0"/>
                  <a:pt x="0" y="481"/>
                  <a:pt x="0" y="1075"/>
                </a:cubicBezTo>
                <a:lnTo>
                  <a:pt x="0" y="20525"/>
                </a:lnTo>
                <a:cubicBezTo>
                  <a:pt x="0" y="21119"/>
                  <a:pt x="681" y="21600"/>
                  <a:pt x="1522" y="21600"/>
                </a:cubicBezTo>
                <a:lnTo>
                  <a:pt x="20081" y="21600"/>
                </a:lnTo>
                <a:cubicBezTo>
                  <a:pt x="20922" y="21600"/>
                  <a:pt x="21600" y="21119"/>
                  <a:pt x="21600" y="20525"/>
                </a:cubicBezTo>
                <a:lnTo>
                  <a:pt x="21600" y="1075"/>
                </a:lnTo>
                <a:cubicBezTo>
                  <a:pt x="21592" y="481"/>
                  <a:pt x="20912" y="0"/>
                  <a:pt x="20071" y="0"/>
                </a:cubicBezTo>
                <a:lnTo>
                  <a:pt x="1522" y="0"/>
                </a:lnTo>
                <a:close/>
                <a:moveTo>
                  <a:pt x="2866" y="1696"/>
                </a:moveTo>
                <a:lnTo>
                  <a:pt x="18734" y="1696"/>
                </a:lnTo>
                <a:cubicBezTo>
                  <a:pt x="19017" y="1696"/>
                  <a:pt x="19254" y="1857"/>
                  <a:pt x="19254" y="2062"/>
                </a:cubicBezTo>
                <a:lnTo>
                  <a:pt x="19254" y="4985"/>
                </a:lnTo>
                <a:cubicBezTo>
                  <a:pt x="19254" y="5185"/>
                  <a:pt x="19024" y="5351"/>
                  <a:pt x="18734" y="5351"/>
                </a:cubicBezTo>
                <a:lnTo>
                  <a:pt x="2866" y="5351"/>
                </a:lnTo>
                <a:cubicBezTo>
                  <a:pt x="2583" y="5351"/>
                  <a:pt x="2348" y="5190"/>
                  <a:pt x="2348" y="4985"/>
                </a:cubicBezTo>
                <a:lnTo>
                  <a:pt x="2348" y="2062"/>
                </a:lnTo>
                <a:cubicBezTo>
                  <a:pt x="2348" y="1862"/>
                  <a:pt x="2576" y="1696"/>
                  <a:pt x="2866" y="1696"/>
                </a:cubicBezTo>
                <a:close/>
                <a:moveTo>
                  <a:pt x="17580" y="6615"/>
                </a:moveTo>
                <a:cubicBezTo>
                  <a:pt x="17771" y="6615"/>
                  <a:pt x="17924" y="6723"/>
                  <a:pt x="17924" y="6858"/>
                </a:cubicBezTo>
                <a:cubicBezTo>
                  <a:pt x="17924" y="6993"/>
                  <a:pt x="17771" y="7101"/>
                  <a:pt x="17580" y="7101"/>
                </a:cubicBezTo>
                <a:cubicBezTo>
                  <a:pt x="17389" y="7106"/>
                  <a:pt x="17236" y="6993"/>
                  <a:pt x="17236" y="6858"/>
                </a:cubicBezTo>
                <a:cubicBezTo>
                  <a:pt x="17236" y="6723"/>
                  <a:pt x="17389" y="6615"/>
                  <a:pt x="17580" y="6615"/>
                </a:cubicBezTo>
                <a:close/>
                <a:moveTo>
                  <a:pt x="2890" y="6674"/>
                </a:moveTo>
                <a:lnTo>
                  <a:pt x="5121" y="6674"/>
                </a:lnTo>
                <a:cubicBezTo>
                  <a:pt x="5419" y="6674"/>
                  <a:pt x="5663" y="6847"/>
                  <a:pt x="5663" y="7057"/>
                </a:cubicBezTo>
                <a:lnTo>
                  <a:pt x="5663" y="8073"/>
                </a:lnTo>
                <a:cubicBezTo>
                  <a:pt x="5663" y="8284"/>
                  <a:pt x="5419" y="8456"/>
                  <a:pt x="5121" y="8456"/>
                </a:cubicBezTo>
                <a:lnTo>
                  <a:pt x="2890" y="8456"/>
                </a:lnTo>
                <a:cubicBezTo>
                  <a:pt x="2592" y="8456"/>
                  <a:pt x="2348" y="8284"/>
                  <a:pt x="2348" y="8073"/>
                </a:cubicBezTo>
                <a:lnTo>
                  <a:pt x="2348" y="7057"/>
                </a:lnTo>
                <a:cubicBezTo>
                  <a:pt x="2348" y="6847"/>
                  <a:pt x="2592" y="6674"/>
                  <a:pt x="2890" y="6674"/>
                </a:cubicBezTo>
                <a:close/>
                <a:moveTo>
                  <a:pt x="7400" y="6674"/>
                </a:moveTo>
                <a:lnTo>
                  <a:pt x="9669" y="6674"/>
                </a:lnTo>
                <a:cubicBezTo>
                  <a:pt x="9967" y="6674"/>
                  <a:pt x="10211" y="6847"/>
                  <a:pt x="10211" y="7057"/>
                </a:cubicBezTo>
                <a:lnTo>
                  <a:pt x="10211" y="8073"/>
                </a:lnTo>
                <a:cubicBezTo>
                  <a:pt x="10211" y="8284"/>
                  <a:pt x="9967" y="8456"/>
                  <a:pt x="9669" y="8456"/>
                </a:cubicBezTo>
                <a:lnTo>
                  <a:pt x="7400" y="8456"/>
                </a:lnTo>
                <a:cubicBezTo>
                  <a:pt x="7102" y="8456"/>
                  <a:pt x="6858" y="8284"/>
                  <a:pt x="6858" y="8073"/>
                </a:cubicBezTo>
                <a:lnTo>
                  <a:pt x="6858" y="7057"/>
                </a:lnTo>
                <a:cubicBezTo>
                  <a:pt x="6858" y="6847"/>
                  <a:pt x="7102" y="6674"/>
                  <a:pt x="7400" y="6674"/>
                </a:cubicBezTo>
                <a:close/>
                <a:moveTo>
                  <a:pt x="11924" y="6674"/>
                </a:moveTo>
                <a:lnTo>
                  <a:pt x="14195" y="6674"/>
                </a:lnTo>
                <a:cubicBezTo>
                  <a:pt x="14493" y="6674"/>
                  <a:pt x="14738" y="6847"/>
                  <a:pt x="14738" y="7057"/>
                </a:cubicBezTo>
                <a:lnTo>
                  <a:pt x="14738" y="8073"/>
                </a:lnTo>
                <a:cubicBezTo>
                  <a:pt x="14738" y="8284"/>
                  <a:pt x="14493" y="8456"/>
                  <a:pt x="14195" y="8456"/>
                </a:cubicBezTo>
                <a:lnTo>
                  <a:pt x="11924" y="8456"/>
                </a:lnTo>
                <a:cubicBezTo>
                  <a:pt x="11626" y="8456"/>
                  <a:pt x="11382" y="8284"/>
                  <a:pt x="11382" y="8073"/>
                </a:cubicBezTo>
                <a:lnTo>
                  <a:pt x="11382" y="7057"/>
                </a:lnTo>
                <a:cubicBezTo>
                  <a:pt x="11382" y="6847"/>
                  <a:pt x="11626" y="6674"/>
                  <a:pt x="11924" y="6674"/>
                </a:cubicBezTo>
                <a:close/>
                <a:moveTo>
                  <a:pt x="16433" y="7290"/>
                </a:moveTo>
                <a:lnTo>
                  <a:pt x="18743" y="7290"/>
                </a:lnTo>
                <a:lnTo>
                  <a:pt x="18743" y="7685"/>
                </a:lnTo>
                <a:lnTo>
                  <a:pt x="16433" y="7685"/>
                </a:lnTo>
                <a:lnTo>
                  <a:pt x="16433" y="7290"/>
                </a:lnTo>
                <a:close/>
                <a:moveTo>
                  <a:pt x="17580" y="7867"/>
                </a:moveTo>
                <a:cubicBezTo>
                  <a:pt x="17771" y="7867"/>
                  <a:pt x="17924" y="7975"/>
                  <a:pt x="17924" y="8110"/>
                </a:cubicBezTo>
                <a:cubicBezTo>
                  <a:pt x="17924" y="8245"/>
                  <a:pt x="17771" y="8353"/>
                  <a:pt x="17580" y="8353"/>
                </a:cubicBezTo>
                <a:cubicBezTo>
                  <a:pt x="17389" y="8353"/>
                  <a:pt x="17236" y="8245"/>
                  <a:pt x="17236" y="8110"/>
                </a:cubicBezTo>
                <a:cubicBezTo>
                  <a:pt x="17236" y="7975"/>
                  <a:pt x="17389" y="7867"/>
                  <a:pt x="17580" y="7867"/>
                </a:cubicBezTo>
                <a:close/>
                <a:moveTo>
                  <a:pt x="2890" y="9580"/>
                </a:moveTo>
                <a:lnTo>
                  <a:pt x="5121" y="9580"/>
                </a:lnTo>
                <a:cubicBezTo>
                  <a:pt x="5419" y="9580"/>
                  <a:pt x="5663" y="9752"/>
                  <a:pt x="5663" y="9963"/>
                </a:cubicBezTo>
                <a:lnTo>
                  <a:pt x="5663" y="10979"/>
                </a:lnTo>
                <a:cubicBezTo>
                  <a:pt x="5663" y="11189"/>
                  <a:pt x="5419" y="11362"/>
                  <a:pt x="5121" y="11362"/>
                </a:cubicBezTo>
                <a:lnTo>
                  <a:pt x="2890" y="11362"/>
                </a:lnTo>
                <a:cubicBezTo>
                  <a:pt x="2592" y="11362"/>
                  <a:pt x="2348" y="11189"/>
                  <a:pt x="2348" y="10979"/>
                </a:cubicBezTo>
                <a:lnTo>
                  <a:pt x="2348" y="9963"/>
                </a:lnTo>
                <a:cubicBezTo>
                  <a:pt x="2348" y="9752"/>
                  <a:pt x="2592" y="9580"/>
                  <a:pt x="2890" y="9580"/>
                </a:cubicBezTo>
                <a:close/>
                <a:moveTo>
                  <a:pt x="7400" y="9580"/>
                </a:moveTo>
                <a:lnTo>
                  <a:pt x="9669" y="9580"/>
                </a:lnTo>
                <a:cubicBezTo>
                  <a:pt x="9967" y="9580"/>
                  <a:pt x="10211" y="9752"/>
                  <a:pt x="10211" y="9963"/>
                </a:cubicBezTo>
                <a:lnTo>
                  <a:pt x="10211" y="10979"/>
                </a:lnTo>
                <a:cubicBezTo>
                  <a:pt x="10211" y="11189"/>
                  <a:pt x="9967" y="11362"/>
                  <a:pt x="9669" y="11362"/>
                </a:cubicBezTo>
                <a:lnTo>
                  <a:pt x="7400" y="11362"/>
                </a:lnTo>
                <a:cubicBezTo>
                  <a:pt x="7102" y="11362"/>
                  <a:pt x="6858" y="11189"/>
                  <a:pt x="6858" y="10979"/>
                </a:cubicBezTo>
                <a:lnTo>
                  <a:pt x="6858" y="9963"/>
                </a:lnTo>
                <a:cubicBezTo>
                  <a:pt x="6858" y="9752"/>
                  <a:pt x="7102" y="9580"/>
                  <a:pt x="7400" y="9580"/>
                </a:cubicBezTo>
                <a:close/>
                <a:moveTo>
                  <a:pt x="11924" y="9580"/>
                </a:moveTo>
                <a:lnTo>
                  <a:pt x="14195" y="9580"/>
                </a:lnTo>
                <a:cubicBezTo>
                  <a:pt x="14493" y="9580"/>
                  <a:pt x="14738" y="9752"/>
                  <a:pt x="14738" y="9963"/>
                </a:cubicBezTo>
                <a:lnTo>
                  <a:pt x="14738" y="10979"/>
                </a:lnTo>
                <a:cubicBezTo>
                  <a:pt x="14738" y="11189"/>
                  <a:pt x="14493" y="11362"/>
                  <a:pt x="14195" y="11362"/>
                </a:cubicBezTo>
                <a:lnTo>
                  <a:pt x="11924" y="11362"/>
                </a:lnTo>
                <a:cubicBezTo>
                  <a:pt x="11626" y="11362"/>
                  <a:pt x="11382" y="11189"/>
                  <a:pt x="11382" y="10979"/>
                </a:cubicBezTo>
                <a:lnTo>
                  <a:pt x="11382" y="9963"/>
                </a:lnTo>
                <a:cubicBezTo>
                  <a:pt x="11382" y="9752"/>
                  <a:pt x="11626" y="9580"/>
                  <a:pt x="11924" y="9580"/>
                </a:cubicBezTo>
                <a:close/>
                <a:moveTo>
                  <a:pt x="16969" y="9752"/>
                </a:moveTo>
                <a:lnTo>
                  <a:pt x="17587" y="10189"/>
                </a:lnTo>
                <a:lnTo>
                  <a:pt x="18208" y="9752"/>
                </a:lnTo>
                <a:lnTo>
                  <a:pt x="18598" y="10027"/>
                </a:lnTo>
                <a:lnTo>
                  <a:pt x="17979" y="10466"/>
                </a:lnTo>
                <a:lnTo>
                  <a:pt x="18598" y="10903"/>
                </a:lnTo>
                <a:lnTo>
                  <a:pt x="18199" y="11183"/>
                </a:lnTo>
                <a:lnTo>
                  <a:pt x="17580" y="10746"/>
                </a:lnTo>
                <a:lnTo>
                  <a:pt x="16961" y="11183"/>
                </a:lnTo>
                <a:lnTo>
                  <a:pt x="16572" y="10908"/>
                </a:lnTo>
                <a:lnTo>
                  <a:pt x="17191" y="10471"/>
                </a:lnTo>
                <a:lnTo>
                  <a:pt x="16572" y="10034"/>
                </a:lnTo>
                <a:lnTo>
                  <a:pt x="16969" y="9752"/>
                </a:lnTo>
                <a:close/>
                <a:moveTo>
                  <a:pt x="2890" y="12437"/>
                </a:moveTo>
                <a:lnTo>
                  <a:pt x="5121" y="12437"/>
                </a:lnTo>
                <a:cubicBezTo>
                  <a:pt x="5419" y="12437"/>
                  <a:pt x="5663" y="12609"/>
                  <a:pt x="5663" y="12820"/>
                </a:cubicBezTo>
                <a:lnTo>
                  <a:pt x="5663" y="13834"/>
                </a:lnTo>
                <a:cubicBezTo>
                  <a:pt x="5663" y="14045"/>
                  <a:pt x="5419" y="14219"/>
                  <a:pt x="5121" y="14219"/>
                </a:cubicBezTo>
                <a:lnTo>
                  <a:pt x="2890" y="14219"/>
                </a:lnTo>
                <a:cubicBezTo>
                  <a:pt x="2592" y="14219"/>
                  <a:pt x="2348" y="14045"/>
                  <a:pt x="2348" y="13834"/>
                </a:cubicBezTo>
                <a:lnTo>
                  <a:pt x="2348" y="12820"/>
                </a:lnTo>
                <a:cubicBezTo>
                  <a:pt x="2348" y="12609"/>
                  <a:pt x="2592" y="12437"/>
                  <a:pt x="2890" y="12437"/>
                </a:cubicBezTo>
                <a:close/>
                <a:moveTo>
                  <a:pt x="7400" y="12437"/>
                </a:moveTo>
                <a:lnTo>
                  <a:pt x="9669" y="12437"/>
                </a:lnTo>
                <a:cubicBezTo>
                  <a:pt x="9967" y="12437"/>
                  <a:pt x="10211" y="12609"/>
                  <a:pt x="10211" y="12820"/>
                </a:cubicBezTo>
                <a:lnTo>
                  <a:pt x="10211" y="13834"/>
                </a:lnTo>
                <a:cubicBezTo>
                  <a:pt x="10211" y="14045"/>
                  <a:pt x="9967" y="14219"/>
                  <a:pt x="9669" y="14219"/>
                </a:cubicBezTo>
                <a:lnTo>
                  <a:pt x="7400" y="14219"/>
                </a:lnTo>
                <a:cubicBezTo>
                  <a:pt x="7102" y="14219"/>
                  <a:pt x="6858" y="14045"/>
                  <a:pt x="6858" y="13834"/>
                </a:cubicBezTo>
                <a:lnTo>
                  <a:pt x="6858" y="12820"/>
                </a:lnTo>
                <a:cubicBezTo>
                  <a:pt x="6858" y="12609"/>
                  <a:pt x="7102" y="12437"/>
                  <a:pt x="7400" y="12437"/>
                </a:cubicBezTo>
                <a:close/>
                <a:moveTo>
                  <a:pt x="11924" y="12437"/>
                </a:moveTo>
                <a:lnTo>
                  <a:pt x="14195" y="12437"/>
                </a:lnTo>
                <a:cubicBezTo>
                  <a:pt x="14493" y="12437"/>
                  <a:pt x="14738" y="12609"/>
                  <a:pt x="14738" y="12820"/>
                </a:cubicBezTo>
                <a:lnTo>
                  <a:pt x="14738" y="13834"/>
                </a:lnTo>
                <a:cubicBezTo>
                  <a:pt x="14738" y="14045"/>
                  <a:pt x="14493" y="14219"/>
                  <a:pt x="14195" y="14219"/>
                </a:cubicBezTo>
                <a:lnTo>
                  <a:pt x="11924" y="14219"/>
                </a:lnTo>
                <a:cubicBezTo>
                  <a:pt x="11626" y="14219"/>
                  <a:pt x="11382" y="14045"/>
                  <a:pt x="11382" y="13834"/>
                </a:cubicBezTo>
                <a:lnTo>
                  <a:pt x="11382" y="12820"/>
                </a:lnTo>
                <a:cubicBezTo>
                  <a:pt x="11382" y="12609"/>
                  <a:pt x="11626" y="12437"/>
                  <a:pt x="11924" y="12437"/>
                </a:cubicBezTo>
                <a:close/>
                <a:moveTo>
                  <a:pt x="16426" y="13127"/>
                </a:moveTo>
                <a:lnTo>
                  <a:pt x="18734" y="13127"/>
                </a:lnTo>
                <a:lnTo>
                  <a:pt x="18734" y="13522"/>
                </a:lnTo>
                <a:lnTo>
                  <a:pt x="16426" y="13522"/>
                </a:lnTo>
                <a:lnTo>
                  <a:pt x="16426" y="13127"/>
                </a:lnTo>
                <a:close/>
                <a:moveTo>
                  <a:pt x="2890" y="15292"/>
                </a:moveTo>
                <a:lnTo>
                  <a:pt x="5121" y="15292"/>
                </a:lnTo>
                <a:cubicBezTo>
                  <a:pt x="5419" y="15292"/>
                  <a:pt x="5663" y="15466"/>
                  <a:pt x="5663" y="15677"/>
                </a:cubicBezTo>
                <a:lnTo>
                  <a:pt x="5663" y="16691"/>
                </a:lnTo>
                <a:cubicBezTo>
                  <a:pt x="5663" y="16902"/>
                  <a:pt x="5419" y="17074"/>
                  <a:pt x="5121" y="17074"/>
                </a:cubicBezTo>
                <a:lnTo>
                  <a:pt x="2890" y="17074"/>
                </a:lnTo>
                <a:cubicBezTo>
                  <a:pt x="2592" y="17074"/>
                  <a:pt x="2348" y="16902"/>
                  <a:pt x="2348" y="16691"/>
                </a:cubicBezTo>
                <a:lnTo>
                  <a:pt x="2348" y="15677"/>
                </a:lnTo>
                <a:cubicBezTo>
                  <a:pt x="2348" y="15466"/>
                  <a:pt x="2592" y="15292"/>
                  <a:pt x="2890" y="15292"/>
                </a:cubicBezTo>
                <a:close/>
                <a:moveTo>
                  <a:pt x="7400" y="15292"/>
                </a:moveTo>
                <a:lnTo>
                  <a:pt x="9669" y="15292"/>
                </a:lnTo>
                <a:cubicBezTo>
                  <a:pt x="9967" y="15292"/>
                  <a:pt x="10211" y="15466"/>
                  <a:pt x="10211" y="15677"/>
                </a:cubicBezTo>
                <a:lnTo>
                  <a:pt x="10211" y="16691"/>
                </a:lnTo>
                <a:cubicBezTo>
                  <a:pt x="10211" y="16902"/>
                  <a:pt x="9967" y="17074"/>
                  <a:pt x="9669" y="17074"/>
                </a:cubicBezTo>
                <a:lnTo>
                  <a:pt x="7400" y="17074"/>
                </a:lnTo>
                <a:cubicBezTo>
                  <a:pt x="7102" y="17074"/>
                  <a:pt x="6858" y="16902"/>
                  <a:pt x="6858" y="16691"/>
                </a:cubicBezTo>
                <a:lnTo>
                  <a:pt x="6858" y="15677"/>
                </a:lnTo>
                <a:cubicBezTo>
                  <a:pt x="6858" y="15466"/>
                  <a:pt x="7102" y="15292"/>
                  <a:pt x="7400" y="15292"/>
                </a:cubicBezTo>
                <a:close/>
                <a:moveTo>
                  <a:pt x="11924" y="15292"/>
                </a:moveTo>
                <a:lnTo>
                  <a:pt x="14195" y="15292"/>
                </a:lnTo>
                <a:cubicBezTo>
                  <a:pt x="14493" y="15292"/>
                  <a:pt x="14738" y="15466"/>
                  <a:pt x="14738" y="15677"/>
                </a:cubicBezTo>
                <a:lnTo>
                  <a:pt x="14738" y="16691"/>
                </a:lnTo>
                <a:cubicBezTo>
                  <a:pt x="14738" y="16902"/>
                  <a:pt x="14493" y="17074"/>
                  <a:pt x="14195" y="17074"/>
                </a:cubicBezTo>
                <a:lnTo>
                  <a:pt x="11924" y="17074"/>
                </a:lnTo>
                <a:cubicBezTo>
                  <a:pt x="11626" y="17074"/>
                  <a:pt x="11382" y="16902"/>
                  <a:pt x="11382" y="16691"/>
                </a:cubicBezTo>
                <a:lnTo>
                  <a:pt x="11382" y="15677"/>
                </a:lnTo>
                <a:cubicBezTo>
                  <a:pt x="11382" y="15466"/>
                  <a:pt x="11626" y="15292"/>
                  <a:pt x="11924" y="15292"/>
                </a:cubicBezTo>
                <a:close/>
                <a:moveTo>
                  <a:pt x="17305" y="15368"/>
                </a:moveTo>
                <a:lnTo>
                  <a:pt x="17864" y="15368"/>
                </a:lnTo>
                <a:lnTo>
                  <a:pt x="17864" y="15984"/>
                </a:lnTo>
                <a:lnTo>
                  <a:pt x="18734" y="15984"/>
                </a:lnTo>
                <a:lnTo>
                  <a:pt x="18734" y="16379"/>
                </a:lnTo>
                <a:lnTo>
                  <a:pt x="17864" y="16379"/>
                </a:lnTo>
                <a:lnTo>
                  <a:pt x="17864" y="17000"/>
                </a:lnTo>
                <a:lnTo>
                  <a:pt x="17305" y="17000"/>
                </a:lnTo>
                <a:lnTo>
                  <a:pt x="17305" y="16379"/>
                </a:lnTo>
                <a:lnTo>
                  <a:pt x="16433" y="16379"/>
                </a:lnTo>
                <a:lnTo>
                  <a:pt x="16433" y="15984"/>
                </a:lnTo>
                <a:lnTo>
                  <a:pt x="17305" y="15984"/>
                </a:lnTo>
                <a:lnTo>
                  <a:pt x="17305" y="15368"/>
                </a:lnTo>
                <a:close/>
                <a:moveTo>
                  <a:pt x="2897" y="18144"/>
                </a:moveTo>
                <a:lnTo>
                  <a:pt x="9669" y="18144"/>
                </a:lnTo>
                <a:cubicBezTo>
                  <a:pt x="9967" y="18144"/>
                  <a:pt x="10211" y="18316"/>
                  <a:pt x="10211" y="18527"/>
                </a:cubicBezTo>
                <a:lnTo>
                  <a:pt x="10211" y="19543"/>
                </a:lnTo>
                <a:cubicBezTo>
                  <a:pt x="10211" y="19754"/>
                  <a:pt x="9967" y="19926"/>
                  <a:pt x="9669" y="19926"/>
                </a:cubicBezTo>
                <a:lnTo>
                  <a:pt x="2897" y="19926"/>
                </a:lnTo>
                <a:cubicBezTo>
                  <a:pt x="2599" y="19926"/>
                  <a:pt x="2355" y="19754"/>
                  <a:pt x="2355" y="19543"/>
                </a:cubicBezTo>
                <a:lnTo>
                  <a:pt x="2355" y="18527"/>
                </a:lnTo>
                <a:cubicBezTo>
                  <a:pt x="2355" y="18316"/>
                  <a:pt x="2599" y="18144"/>
                  <a:pt x="2897" y="18144"/>
                </a:cubicBezTo>
                <a:close/>
                <a:moveTo>
                  <a:pt x="11924" y="18144"/>
                </a:moveTo>
                <a:lnTo>
                  <a:pt x="14195" y="18144"/>
                </a:lnTo>
                <a:cubicBezTo>
                  <a:pt x="14493" y="18144"/>
                  <a:pt x="14738" y="18316"/>
                  <a:pt x="14738" y="18527"/>
                </a:cubicBezTo>
                <a:lnTo>
                  <a:pt x="14738" y="19543"/>
                </a:lnTo>
                <a:cubicBezTo>
                  <a:pt x="14738" y="19754"/>
                  <a:pt x="14493" y="19926"/>
                  <a:pt x="14195" y="19926"/>
                </a:cubicBezTo>
                <a:lnTo>
                  <a:pt x="11924" y="19926"/>
                </a:lnTo>
                <a:cubicBezTo>
                  <a:pt x="11626" y="19926"/>
                  <a:pt x="11382" y="19754"/>
                  <a:pt x="11382" y="19543"/>
                </a:cubicBezTo>
                <a:lnTo>
                  <a:pt x="11382" y="18527"/>
                </a:lnTo>
                <a:cubicBezTo>
                  <a:pt x="11382" y="18316"/>
                  <a:pt x="11626" y="18144"/>
                  <a:pt x="11924" y="18144"/>
                </a:cubicBezTo>
                <a:close/>
                <a:moveTo>
                  <a:pt x="16426" y="18517"/>
                </a:moveTo>
                <a:lnTo>
                  <a:pt x="18734" y="18517"/>
                </a:lnTo>
                <a:lnTo>
                  <a:pt x="18734" y="18910"/>
                </a:lnTo>
                <a:lnTo>
                  <a:pt x="16426" y="18910"/>
                </a:lnTo>
                <a:lnTo>
                  <a:pt x="16426" y="18517"/>
                </a:lnTo>
                <a:close/>
                <a:moveTo>
                  <a:pt x="16426" y="19165"/>
                </a:moveTo>
                <a:lnTo>
                  <a:pt x="18734" y="19165"/>
                </a:lnTo>
                <a:lnTo>
                  <a:pt x="18734" y="19558"/>
                </a:lnTo>
                <a:lnTo>
                  <a:pt x="16426" y="19558"/>
                </a:lnTo>
                <a:lnTo>
                  <a:pt x="16426" y="191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4552566" y="5865330"/>
            <a:ext cx="602224" cy="867222"/>
          </a:xfrm>
          <a:custGeom>
            <a:rect b="b" l="l" r="r" t="t"/>
            <a:pathLst>
              <a:path extrusionOk="0" h="21600" w="21294">
                <a:moveTo>
                  <a:pt x="7609" y="0"/>
                </a:moveTo>
                <a:cubicBezTo>
                  <a:pt x="7178" y="0"/>
                  <a:pt x="6826" y="248"/>
                  <a:pt x="6826" y="552"/>
                </a:cubicBezTo>
                <a:cubicBezTo>
                  <a:pt x="6826" y="856"/>
                  <a:pt x="7178" y="1104"/>
                  <a:pt x="7609" y="1104"/>
                </a:cubicBezTo>
                <a:lnTo>
                  <a:pt x="7978" y="1104"/>
                </a:lnTo>
                <a:lnTo>
                  <a:pt x="7978" y="5587"/>
                </a:lnTo>
                <a:lnTo>
                  <a:pt x="53" y="20785"/>
                </a:lnTo>
                <a:cubicBezTo>
                  <a:pt x="-153" y="21181"/>
                  <a:pt x="264" y="21600"/>
                  <a:pt x="863" y="21600"/>
                </a:cubicBezTo>
                <a:lnTo>
                  <a:pt x="20433" y="21600"/>
                </a:lnTo>
                <a:cubicBezTo>
                  <a:pt x="21032" y="21600"/>
                  <a:pt x="21447" y="21181"/>
                  <a:pt x="21241" y="20785"/>
                </a:cubicBezTo>
                <a:lnTo>
                  <a:pt x="13318" y="5587"/>
                </a:lnTo>
                <a:lnTo>
                  <a:pt x="13318" y="1104"/>
                </a:lnTo>
                <a:lnTo>
                  <a:pt x="13687" y="1104"/>
                </a:lnTo>
                <a:cubicBezTo>
                  <a:pt x="14119" y="1104"/>
                  <a:pt x="14470" y="856"/>
                  <a:pt x="14470" y="552"/>
                </a:cubicBezTo>
                <a:cubicBezTo>
                  <a:pt x="14470" y="248"/>
                  <a:pt x="14119" y="0"/>
                  <a:pt x="13687" y="0"/>
                </a:cubicBezTo>
                <a:lnTo>
                  <a:pt x="7609" y="0"/>
                </a:lnTo>
                <a:close/>
                <a:moveTo>
                  <a:pt x="9109" y="7347"/>
                </a:moveTo>
                <a:lnTo>
                  <a:pt x="12202" y="7347"/>
                </a:lnTo>
                <a:lnTo>
                  <a:pt x="12202" y="7725"/>
                </a:lnTo>
                <a:lnTo>
                  <a:pt x="9109" y="7725"/>
                </a:lnTo>
                <a:lnTo>
                  <a:pt x="9109" y="7347"/>
                </a:lnTo>
                <a:close/>
                <a:moveTo>
                  <a:pt x="10498" y="8383"/>
                </a:moveTo>
                <a:lnTo>
                  <a:pt x="12199" y="8383"/>
                </a:lnTo>
                <a:lnTo>
                  <a:pt x="12199" y="8761"/>
                </a:lnTo>
                <a:lnTo>
                  <a:pt x="10498" y="8761"/>
                </a:lnTo>
                <a:lnTo>
                  <a:pt x="10498" y="8383"/>
                </a:lnTo>
                <a:close/>
                <a:moveTo>
                  <a:pt x="10498" y="9420"/>
                </a:moveTo>
                <a:lnTo>
                  <a:pt x="12199" y="9420"/>
                </a:lnTo>
                <a:lnTo>
                  <a:pt x="12199" y="9798"/>
                </a:lnTo>
                <a:lnTo>
                  <a:pt x="10498" y="9798"/>
                </a:lnTo>
                <a:lnTo>
                  <a:pt x="10498" y="9420"/>
                </a:lnTo>
                <a:close/>
                <a:moveTo>
                  <a:pt x="10496" y="10457"/>
                </a:moveTo>
                <a:lnTo>
                  <a:pt x="12197" y="10457"/>
                </a:lnTo>
                <a:lnTo>
                  <a:pt x="12197" y="10834"/>
                </a:lnTo>
                <a:lnTo>
                  <a:pt x="10496" y="10834"/>
                </a:lnTo>
                <a:lnTo>
                  <a:pt x="10496" y="10457"/>
                </a:lnTo>
                <a:close/>
                <a:moveTo>
                  <a:pt x="9104" y="11494"/>
                </a:moveTo>
                <a:lnTo>
                  <a:pt x="12197" y="11494"/>
                </a:lnTo>
                <a:lnTo>
                  <a:pt x="12197" y="11870"/>
                </a:lnTo>
                <a:lnTo>
                  <a:pt x="9104" y="11870"/>
                </a:lnTo>
                <a:lnTo>
                  <a:pt x="9104" y="11494"/>
                </a:lnTo>
                <a:close/>
                <a:moveTo>
                  <a:pt x="10494" y="12530"/>
                </a:moveTo>
                <a:lnTo>
                  <a:pt x="12195" y="12530"/>
                </a:lnTo>
                <a:lnTo>
                  <a:pt x="12195" y="12906"/>
                </a:lnTo>
                <a:lnTo>
                  <a:pt x="10494" y="12906"/>
                </a:lnTo>
                <a:lnTo>
                  <a:pt x="10494" y="12530"/>
                </a:lnTo>
                <a:close/>
                <a:moveTo>
                  <a:pt x="10494" y="13566"/>
                </a:moveTo>
                <a:lnTo>
                  <a:pt x="12195" y="13566"/>
                </a:lnTo>
                <a:lnTo>
                  <a:pt x="12195" y="13944"/>
                </a:lnTo>
                <a:lnTo>
                  <a:pt x="10494" y="13944"/>
                </a:lnTo>
                <a:lnTo>
                  <a:pt x="10494" y="13566"/>
                </a:lnTo>
                <a:close/>
                <a:moveTo>
                  <a:pt x="10491" y="14602"/>
                </a:moveTo>
                <a:lnTo>
                  <a:pt x="12195" y="14602"/>
                </a:lnTo>
                <a:lnTo>
                  <a:pt x="12192" y="14980"/>
                </a:lnTo>
                <a:lnTo>
                  <a:pt x="10491" y="14980"/>
                </a:lnTo>
                <a:lnTo>
                  <a:pt x="10491" y="14602"/>
                </a:lnTo>
                <a:close/>
                <a:moveTo>
                  <a:pt x="9099" y="15638"/>
                </a:moveTo>
                <a:lnTo>
                  <a:pt x="12192" y="15638"/>
                </a:lnTo>
                <a:lnTo>
                  <a:pt x="12192" y="16016"/>
                </a:lnTo>
                <a:lnTo>
                  <a:pt x="9099" y="16016"/>
                </a:lnTo>
                <a:lnTo>
                  <a:pt x="9099" y="15638"/>
                </a:lnTo>
                <a:close/>
                <a:moveTo>
                  <a:pt x="10489" y="16674"/>
                </a:moveTo>
                <a:lnTo>
                  <a:pt x="12192" y="16674"/>
                </a:lnTo>
                <a:lnTo>
                  <a:pt x="12190" y="17052"/>
                </a:lnTo>
                <a:lnTo>
                  <a:pt x="10489" y="17052"/>
                </a:lnTo>
                <a:lnTo>
                  <a:pt x="10489" y="16674"/>
                </a:lnTo>
                <a:close/>
                <a:moveTo>
                  <a:pt x="10489" y="17710"/>
                </a:moveTo>
                <a:lnTo>
                  <a:pt x="12190" y="17710"/>
                </a:lnTo>
                <a:lnTo>
                  <a:pt x="12190" y="18088"/>
                </a:lnTo>
                <a:lnTo>
                  <a:pt x="10489" y="18088"/>
                </a:lnTo>
                <a:lnTo>
                  <a:pt x="10489" y="17710"/>
                </a:lnTo>
                <a:close/>
                <a:moveTo>
                  <a:pt x="10489" y="18746"/>
                </a:moveTo>
                <a:lnTo>
                  <a:pt x="12190" y="18746"/>
                </a:lnTo>
                <a:lnTo>
                  <a:pt x="12187" y="19124"/>
                </a:lnTo>
                <a:lnTo>
                  <a:pt x="10486" y="19124"/>
                </a:lnTo>
                <a:lnTo>
                  <a:pt x="10489" y="18746"/>
                </a:lnTo>
                <a:close/>
                <a:moveTo>
                  <a:pt x="9095" y="19783"/>
                </a:moveTo>
                <a:lnTo>
                  <a:pt x="12187" y="19783"/>
                </a:lnTo>
                <a:lnTo>
                  <a:pt x="12187" y="20161"/>
                </a:lnTo>
                <a:lnTo>
                  <a:pt x="9095" y="20161"/>
                </a:lnTo>
                <a:lnTo>
                  <a:pt x="9095" y="19783"/>
                </a:lnTo>
                <a:close/>
              </a:path>
            </a:pathLst>
          </a:custGeom>
          <a:solidFill>
            <a:srgbClr val="F3B80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2409365" y="4751327"/>
            <a:ext cx="805314" cy="606546"/>
          </a:xfrm>
          <a:custGeom>
            <a:rect b="b" l="l" r="r" t="t"/>
            <a:pathLst>
              <a:path extrusionOk="0" h="21192" w="21561">
                <a:moveTo>
                  <a:pt x="17338" y="0"/>
                </a:moveTo>
                <a:cubicBezTo>
                  <a:pt x="17184" y="-1"/>
                  <a:pt x="17026" y="7"/>
                  <a:pt x="16863" y="24"/>
                </a:cubicBezTo>
                <a:cubicBezTo>
                  <a:pt x="14606" y="265"/>
                  <a:pt x="14522" y="3352"/>
                  <a:pt x="14539" y="4168"/>
                </a:cubicBezTo>
                <a:cubicBezTo>
                  <a:pt x="14541" y="4260"/>
                  <a:pt x="14481" y="4330"/>
                  <a:pt x="14411" y="4320"/>
                </a:cubicBezTo>
                <a:cubicBezTo>
                  <a:pt x="14232" y="4292"/>
                  <a:pt x="13926" y="4358"/>
                  <a:pt x="13804" y="5056"/>
                </a:cubicBezTo>
                <a:cubicBezTo>
                  <a:pt x="13742" y="5414"/>
                  <a:pt x="13780" y="5842"/>
                  <a:pt x="13857" y="6244"/>
                </a:cubicBezTo>
                <a:cubicBezTo>
                  <a:pt x="13883" y="6381"/>
                  <a:pt x="13856" y="6527"/>
                  <a:pt x="13779" y="6627"/>
                </a:cubicBezTo>
                <a:cubicBezTo>
                  <a:pt x="12987" y="7643"/>
                  <a:pt x="10776" y="8319"/>
                  <a:pt x="8310" y="8841"/>
                </a:cubicBezTo>
                <a:cubicBezTo>
                  <a:pt x="8211" y="8862"/>
                  <a:pt x="8112" y="8810"/>
                  <a:pt x="8054" y="8703"/>
                </a:cubicBezTo>
                <a:cubicBezTo>
                  <a:pt x="7971" y="8549"/>
                  <a:pt x="7886" y="8424"/>
                  <a:pt x="7798" y="8336"/>
                </a:cubicBezTo>
                <a:cubicBezTo>
                  <a:pt x="7727" y="8264"/>
                  <a:pt x="7633" y="8237"/>
                  <a:pt x="7545" y="8261"/>
                </a:cubicBezTo>
                <a:cubicBezTo>
                  <a:pt x="7040" y="8396"/>
                  <a:pt x="6790" y="8497"/>
                  <a:pt x="6586" y="8791"/>
                </a:cubicBezTo>
                <a:cubicBezTo>
                  <a:pt x="6506" y="8905"/>
                  <a:pt x="6372" y="8930"/>
                  <a:pt x="6258" y="8890"/>
                </a:cubicBezTo>
                <a:cubicBezTo>
                  <a:pt x="6044" y="8815"/>
                  <a:pt x="5602" y="8774"/>
                  <a:pt x="4759" y="9083"/>
                </a:cubicBezTo>
                <a:cubicBezTo>
                  <a:pt x="3289" y="9623"/>
                  <a:pt x="1479" y="12638"/>
                  <a:pt x="3692" y="17008"/>
                </a:cubicBezTo>
                <a:cubicBezTo>
                  <a:pt x="3742" y="17106"/>
                  <a:pt x="3660" y="17226"/>
                  <a:pt x="3580" y="17173"/>
                </a:cubicBezTo>
                <a:cubicBezTo>
                  <a:pt x="3480" y="17107"/>
                  <a:pt x="3373" y="17049"/>
                  <a:pt x="3248" y="17008"/>
                </a:cubicBezTo>
                <a:cubicBezTo>
                  <a:pt x="2672" y="16817"/>
                  <a:pt x="2147" y="17532"/>
                  <a:pt x="2066" y="18125"/>
                </a:cubicBezTo>
                <a:cubicBezTo>
                  <a:pt x="1985" y="18717"/>
                  <a:pt x="1466" y="19287"/>
                  <a:pt x="1030" y="19447"/>
                </a:cubicBezTo>
                <a:cubicBezTo>
                  <a:pt x="745" y="19551"/>
                  <a:pt x="601" y="19831"/>
                  <a:pt x="536" y="20012"/>
                </a:cubicBezTo>
                <a:cubicBezTo>
                  <a:pt x="504" y="20099"/>
                  <a:pt x="434" y="20154"/>
                  <a:pt x="361" y="20146"/>
                </a:cubicBezTo>
                <a:cubicBezTo>
                  <a:pt x="216" y="20131"/>
                  <a:pt x="0" y="20176"/>
                  <a:pt x="0" y="20586"/>
                </a:cubicBezTo>
                <a:cubicBezTo>
                  <a:pt x="0" y="21201"/>
                  <a:pt x="1520" y="21134"/>
                  <a:pt x="2353" y="21134"/>
                </a:cubicBezTo>
                <a:cubicBezTo>
                  <a:pt x="3186" y="21134"/>
                  <a:pt x="3178" y="20359"/>
                  <a:pt x="3531" y="20359"/>
                </a:cubicBezTo>
                <a:cubicBezTo>
                  <a:pt x="3884" y="20359"/>
                  <a:pt x="4908" y="21156"/>
                  <a:pt x="5956" y="21156"/>
                </a:cubicBezTo>
                <a:cubicBezTo>
                  <a:pt x="7004" y="21156"/>
                  <a:pt x="5747" y="21156"/>
                  <a:pt x="9170" y="21156"/>
                </a:cubicBezTo>
                <a:cubicBezTo>
                  <a:pt x="10984" y="21156"/>
                  <a:pt x="10988" y="19548"/>
                  <a:pt x="10592" y="18037"/>
                </a:cubicBezTo>
                <a:cubicBezTo>
                  <a:pt x="10553" y="17888"/>
                  <a:pt x="10642" y="17734"/>
                  <a:pt x="10762" y="17742"/>
                </a:cubicBezTo>
                <a:cubicBezTo>
                  <a:pt x="11100" y="17764"/>
                  <a:pt x="11458" y="17753"/>
                  <a:pt x="11826" y="17689"/>
                </a:cubicBezTo>
                <a:cubicBezTo>
                  <a:pt x="11915" y="17674"/>
                  <a:pt x="11999" y="17751"/>
                  <a:pt x="12016" y="17868"/>
                </a:cubicBezTo>
                <a:cubicBezTo>
                  <a:pt x="12285" y="19718"/>
                  <a:pt x="13061" y="21599"/>
                  <a:pt x="14512" y="21048"/>
                </a:cubicBezTo>
                <a:cubicBezTo>
                  <a:pt x="15083" y="21296"/>
                  <a:pt x="15499" y="21198"/>
                  <a:pt x="15749" y="20949"/>
                </a:cubicBezTo>
                <a:cubicBezTo>
                  <a:pt x="16298" y="21270"/>
                  <a:pt x="16674" y="20792"/>
                  <a:pt x="16356" y="20439"/>
                </a:cubicBezTo>
                <a:cubicBezTo>
                  <a:pt x="16054" y="20103"/>
                  <a:pt x="15486" y="19298"/>
                  <a:pt x="14573" y="19299"/>
                </a:cubicBezTo>
                <a:cubicBezTo>
                  <a:pt x="14475" y="19299"/>
                  <a:pt x="14390" y="19209"/>
                  <a:pt x="14371" y="19084"/>
                </a:cubicBezTo>
                <a:cubicBezTo>
                  <a:pt x="14277" y="18494"/>
                  <a:pt x="14527" y="17143"/>
                  <a:pt x="14662" y="15972"/>
                </a:cubicBezTo>
                <a:cubicBezTo>
                  <a:pt x="14676" y="15852"/>
                  <a:pt x="14715" y="15741"/>
                  <a:pt x="14777" y="15651"/>
                </a:cubicBezTo>
                <a:cubicBezTo>
                  <a:pt x="15000" y="15325"/>
                  <a:pt x="15213" y="14954"/>
                  <a:pt x="15412" y="14529"/>
                </a:cubicBezTo>
                <a:cubicBezTo>
                  <a:pt x="15469" y="14408"/>
                  <a:pt x="15604" y="14409"/>
                  <a:pt x="15656" y="14533"/>
                </a:cubicBezTo>
                <a:cubicBezTo>
                  <a:pt x="15799" y="14870"/>
                  <a:pt x="15975" y="15184"/>
                  <a:pt x="16192" y="15439"/>
                </a:cubicBezTo>
                <a:cubicBezTo>
                  <a:pt x="16266" y="15526"/>
                  <a:pt x="16318" y="15639"/>
                  <a:pt x="16337" y="15765"/>
                </a:cubicBezTo>
                <a:cubicBezTo>
                  <a:pt x="16585" y="17373"/>
                  <a:pt x="18080" y="20842"/>
                  <a:pt x="19101" y="20942"/>
                </a:cubicBezTo>
                <a:cubicBezTo>
                  <a:pt x="20107" y="20917"/>
                  <a:pt x="20135" y="21172"/>
                  <a:pt x="20508" y="21173"/>
                </a:cubicBezTo>
                <a:cubicBezTo>
                  <a:pt x="20743" y="21174"/>
                  <a:pt x="20862" y="20793"/>
                  <a:pt x="20628" y="20540"/>
                </a:cubicBezTo>
                <a:cubicBezTo>
                  <a:pt x="20609" y="20519"/>
                  <a:pt x="20620" y="20478"/>
                  <a:pt x="20645" y="20478"/>
                </a:cubicBezTo>
                <a:cubicBezTo>
                  <a:pt x="20759" y="20479"/>
                  <a:pt x="20848" y="20482"/>
                  <a:pt x="20899" y="20485"/>
                </a:cubicBezTo>
                <a:cubicBezTo>
                  <a:pt x="20930" y="20486"/>
                  <a:pt x="20958" y="20504"/>
                  <a:pt x="20977" y="20535"/>
                </a:cubicBezTo>
                <a:cubicBezTo>
                  <a:pt x="21021" y="20606"/>
                  <a:pt x="21114" y="20741"/>
                  <a:pt x="21241" y="20815"/>
                </a:cubicBezTo>
                <a:cubicBezTo>
                  <a:pt x="21415" y="20916"/>
                  <a:pt x="21600" y="20710"/>
                  <a:pt x="21553" y="20469"/>
                </a:cubicBezTo>
                <a:cubicBezTo>
                  <a:pt x="21517" y="20281"/>
                  <a:pt x="21459" y="20059"/>
                  <a:pt x="21408" y="19878"/>
                </a:cubicBezTo>
                <a:cubicBezTo>
                  <a:pt x="21348" y="19662"/>
                  <a:pt x="21223" y="19489"/>
                  <a:pt x="21061" y="19398"/>
                </a:cubicBezTo>
                <a:cubicBezTo>
                  <a:pt x="20606" y="19143"/>
                  <a:pt x="20185" y="18944"/>
                  <a:pt x="19469" y="18789"/>
                </a:cubicBezTo>
                <a:cubicBezTo>
                  <a:pt x="19345" y="18762"/>
                  <a:pt x="19240" y="18647"/>
                  <a:pt x="19204" y="18490"/>
                </a:cubicBezTo>
                <a:cubicBezTo>
                  <a:pt x="19002" y="17615"/>
                  <a:pt x="19276" y="15944"/>
                  <a:pt x="18469" y="14355"/>
                </a:cubicBezTo>
                <a:cubicBezTo>
                  <a:pt x="18330" y="13193"/>
                  <a:pt x="18240" y="12130"/>
                  <a:pt x="17985" y="11219"/>
                </a:cubicBezTo>
                <a:cubicBezTo>
                  <a:pt x="17946" y="11077"/>
                  <a:pt x="18017" y="10926"/>
                  <a:pt x="18132" y="10909"/>
                </a:cubicBezTo>
                <a:cubicBezTo>
                  <a:pt x="19469" y="10712"/>
                  <a:pt x="20004" y="9093"/>
                  <a:pt x="20031" y="8149"/>
                </a:cubicBezTo>
                <a:cubicBezTo>
                  <a:pt x="20067" y="6948"/>
                  <a:pt x="21518" y="5148"/>
                  <a:pt x="21235" y="3532"/>
                </a:cubicBezTo>
                <a:cubicBezTo>
                  <a:pt x="20969" y="2017"/>
                  <a:pt x="19647" y="16"/>
                  <a:pt x="17338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6098502" y="2045968"/>
            <a:ext cx="879468" cy="606546"/>
          </a:xfrm>
          <a:custGeom>
            <a:rect b="b" l="l" r="r" t="t"/>
            <a:pathLst>
              <a:path extrusionOk="0" h="21600" w="21477">
                <a:moveTo>
                  <a:pt x="10634" y="0"/>
                </a:moveTo>
                <a:cubicBezTo>
                  <a:pt x="5337" y="0"/>
                  <a:pt x="1044" y="3005"/>
                  <a:pt x="1044" y="6710"/>
                </a:cubicBezTo>
                <a:lnTo>
                  <a:pt x="1044" y="7724"/>
                </a:lnTo>
                <a:cubicBezTo>
                  <a:pt x="1039" y="8030"/>
                  <a:pt x="1178" y="8289"/>
                  <a:pt x="1355" y="8321"/>
                </a:cubicBezTo>
                <a:lnTo>
                  <a:pt x="19913" y="8321"/>
                </a:lnTo>
                <a:cubicBezTo>
                  <a:pt x="20089" y="8289"/>
                  <a:pt x="20222" y="8030"/>
                  <a:pt x="20222" y="7724"/>
                </a:cubicBezTo>
                <a:lnTo>
                  <a:pt x="20222" y="6710"/>
                </a:lnTo>
                <a:cubicBezTo>
                  <a:pt x="20222" y="3005"/>
                  <a:pt x="15931" y="0"/>
                  <a:pt x="10634" y="0"/>
                </a:cubicBezTo>
                <a:close/>
                <a:moveTo>
                  <a:pt x="13889" y="8922"/>
                </a:moveTo>
                <a:cubicBezTo>
                  <a:pt x="13707" y="8921"/>
                  <a:pt x="13525" y="8953"/>
                  <a:pt x="13345" y="9013"/>
                </a:cubicBezTo>
                <a:lnTo>
                  <a:pt x="12484" y="9318"/>
                </a:lnTo>
                <a:cubicBezTo>
                  <a:pt x="11269" y="9752"/>
                  <a:pt x="9992" y="9744"/>
                  <a:pt x="8777" y="9318"/>
                </a:cubicBezTo>
                <a:lnTo>
                  <a:pt x="7933" y="9021"/>
                </a:lnTo>
                <a:cubicBezTo>
                  <a:pt x="7579" y="8892"/>
                  <a:pt x="7204" y="8892"/>
                  <a:pt x="6850" y="9021"/>
                </a:cubicBezTo>
                <a:lnTo>
                  <a:pt x="5884" y="9368"/>
                </a:lnTo>
                <a:cubicBezTo>
                  <a:pt x="4746" y="9771"/>
                  <a:pt x="3553" y="9803"/>
                  <a:pt x="2404" y="9448"/>
                </a:cubicBezTo>
                <a:cubicBezTo>
                  <a:pt x="1559" y="9191"/>
                  <a:pt x="691" y="9705"/>
                  <a:pt x="211" y="10752"/>
                </a:cubicBezTo>
                <a:cubicBezTo>
                  <a:pt x="150" y="10889"/>
                  <a:pt x="90" y="11017"/>
                  <a:pt x="29" y="11130"/>
                </a:cubicBezTo>
                <a:cubicBezTo>
                  <a:pt x="-59" y="11299"/>
                  <a:pt x="68" y="11533"/>
                  <a:pt x="200" y="11444"/>
                </a:cubicBezTo>
                <a:lnTo>
                  <a:pt x="416" y="11308"/>
                </a:lnTo>
                <a:cubicBezTo>
                  <a:pt x="725" y="11107"/>
                  <a:pt x="1061" y="11009"/>
                  <a:pt x="1398" y="11009"/>
                </a:cubicBezTo>
                <a:lnTo>
                  <a:pt x="20051" y="11009"/>
                </a:lnTo>
                <a:cubicBezTo>
                  <a:pt x="20454" y="11009"/>
                  <a:pt x="20845" y="11155"/>
                  <a:pt x="21199" y="11429"/>
                </a:cubicBezTo>
                <a:lnTo>
                  <a:pt x="21266" y="11477"/>
                </a:lnTo>
                <a:cubicBezTo>
                  <a:pt x="21398" y="11566"/>
                  <a:pt x="21541" y="11332"/>
                  <a:pt x="21447" y="11155"/>
                </a:cubicBezTo>
                <a:cubicBezTo>
                  <a:pt x="21375" y="11018"/>
                  <a:pt x="21298" y="10856"/>
                  <a:pt x="21221" y="10687"/>
                </a:cubicBezTo>
                <a:cubicBezTo>
                  <a:pt x="20746" y="9664"/>
                  <a:pt x="19895" y="9156"/>
                  <a:pt x="19067" y="9398"/>
                </a:cubicBezTo>
                <a:lnTo>
                  <a:pt x="18791" y="9479"/>
                </a:lnTo>
                <a:cubicBezTo>
                  <a:pt x="17659" y="9809"/>
                  <a:pt x="16492" y="9769"/>
                  <a:pt x="15377" y="9358"/>
                </a:cubicBezTo>
                <a:lnTo>
                  <a:pt x="14433" y="9021"/>
                </a:lnTo>
                <a:cubicBezTo>
                  <a:pt x="14253" y="8956"/>
                  <a:pt x="14071" y="8923"/>
                  <a:pt x="13889" y="8922"/>
                </a:cubicBezTo>
                <a:close/>
                <a:moveTo>
                  <a:pt x="1072" y="11598"/>
                </a:moveTo>
                <a:cubicBezTo>
                  <a:pt x="901" y="11598"/>
                  <a:pt x="758" y="11806"/>
                  <a:pt x="758" y="12056"/>
                </a:cubicBezTo>
                <a:cubicBezTo>
                  <a:pt x="758" y="12306"/>
                  <a:pt x="901" y="12517"/>
                  <a:pt x="1072" y="12517"/>
                </a:cubicBezTo>
                <a:lnTo>
                  <a:pt x="2598" y="12517"/>
                </a:lnTo>
                <a:lnTo>
                  <a:pt x="2598" y="12524"/>
                </a:lnTo>
                <a:cubicBezTo>
                  <a:pt x="4249" y="12524"/>
                  <a:pt x="5867" y="13193"/>
                  <a:pt x="7270" y="14457"/>
                </a:cubicBezTo>
                <a:lnTo>
                  <a:pt x="7810" y="14940"/>
                </a:lnTo>
                <a:cubicBezTo>
                  <a:pt x="8014" y="15126"/>
                  <a:pt x="8270" y="15134"/>
                  <a:pt x="8480" y="14973"/>
                </a:cubicBezTo>
                <a:lnTo>
                  <a:pt x="9489" y="14200"/>
                </a:lnTo>
                <a:cubicBezTo>
                  <a:pt x="10937" y="13097"/>
                  <a:pt x="12549" y="12517"/>
                  <a:pt x="14184" y="12517"/>
                </a:cubicBezTo>
                <a:lnTo>
                  <a:pt x="20443" y="12517"/>
                </a:lnTo>
                <a:cubicBezTo>
                  <a:pt x="20614" y="12517"/>
                  <a:pt x="20757" y="12314"/>
                  <a:pt x="20757" y="12056"/>
                </a:cubicBezTo>
                <a:cubicBezTo>
                  <a:pt x="20757" y="11806"/>
                  <a:pt x="20614" y="11598"/>
                  <a:pt x="20443" y="11598"/>
                </a:cubicBezTo>
                <a:lnTo>
                  <a:pt x="1072" y="11598"/>
                </a:lnTo>
                <a:close/>
                <a:moveTo>
                  <a:pt x="14676" y="13121"/>
                </a:moveTo>
                <a:cubicBezTo>
                  <a:pt x="13003" y="13121"/>
                  <a:pt x="11351" y="13684"/>
                  <a:pt x="9848" y="14772"/>
                </a:cubicBezTo>
                <a:lnTo>
                  <a:pt x="8473" y="15761"/>
                </a:lnTo>
                <a:cubicBezTo>
                  <a:pt x="8230" y="15938"/>
                  <a:pt x="7937" y="15922"/>
                  <a:pt x="7700" y="15721"/>
                </a:cubicBezTo>
                <a:lnTo>
                  <a:pt x="7303" y="15343"/>
                </a:lnTo>
                <a:cubicBezTo>
                  <a:pt x="5817" y="13925"/>
                  <a:pt x="4077" y="13168"/>
                  <a:pt x="2299" y="13168"/>
                </a:cubicBezTo>
                <a:cubicBezTo>
                  <a:pt x="1614" y="13168"/>
                  <a:pt x="946" y="13183"/>
                  <a:pt x="941" y="13183"/>
                </a:cubicBezTo>
                <a:cubicBezTo>
                  <a:pt x="615" y="13183"/>
                  <a:pt x="442" y="13604"/>
                  <a:pt x="464" y="13757"/>
                </a:cubicBezTo>
                <a:lnTo>
                  <a:pt x="471" y="13798"/>
                </a:lnTo>
                <a:cubicBezTo>
                  <a:pt x="493" y="13967"/>
                  <a:pt x="448" y="14134"/>
                  <a:pt x="349" y="14231"/>
                </a:cubicBezTo>
                <a:lnTo>
                  <a:pt x="338" y="14248"/>
                </a:lnTo>
                <a:cubicBezTo>
                  <a:pt x="200" y="14385"/>
                  <a:pt x="166" y="14659"/>
                  <a:pt x="271" y="14852"/>
                </a:cubicBezTo>
                <a:lnTo>
                  <a:pt x="278" y="14860"/>
                </a:lnTo>
                <a:cubicBezTo>
                  <a:pt x="344" y="14989"/>
                  <a:pt x="355" y="15158"/>
                  <a:pt x="306" y="15303"/>
                </a:cubicBezTo>
                <a:lnTo>
                  <a:pt x="278" y="15376"/>
                </a:lnTo>
                <a:cubicBezTo>
                  <a:pt x="206" y="15585"/>
                  <a:pt x="265" y="15834"/>
                  <a:pt x="409" y="15947"/>
                </a:cubicBezTo>
                <a:lnTo>
                  <a:pt x="426" y="15955"/>
                </a:lnTo>
                <a:cubicBezTo>
                  <a:pt x="504" y="16011"/>
                  <a:pt x="560" y="16116"/>
                  <a:pt x="582" y="16236"/>
                </a:cubicBezTo>
                <a:lnTo>
                  <a:pt x="620" y="16455"/>
                </a:lnTo>
                <a:cubicBezTo>
                  <a:pt x="647" y="16617"/>
                  <a:pt x="802" y="16858"/>
                  <a:pt x="1056" y="16858"/>
                </a:cubicBezTo>
                <a:cubicBezTo>
                  <a:pt x="1056" y="16858"/>
                  <a:pt x="1155" y="16858"/>
                  <a:pt x="1265" y="16858"/>
                </a:cubicBezTo>
                <a:lnTo>
                  <a:pt x="19811" y="16858"/>
                </a:lnTo>
                <a:cubicBezTo>
                  <a:pt x="19801" y="16868"/>
                  <a:pt x="19827" y="16865"/>
                  <a:pt x="19840" y="16858"/>
                </a:cubicBezTo>
                <a:lnTo>
                  <a:pt x="19983" y="16858"/>
                </a:lnTo>
                <a:cubicBezTo>
                  <a:pt x="20116" y="16866"/>
                  <a:pt x="20475" y="16673"/>
                  <a:pt x="20508" y="16496"/>
                </a:cubicBezTo>
                <a:lnTo>
                  <a:pt x="20553" y="16244"/>
                </a:lnTo>
                <a:cubicBezTo>
                  <a:pt x="20575" y="16123"/>
                  <a:pt x="20636" y="16019"/>
                  <a:pt x="20719" y="15962"/>
                </a:cubicBezTo>
                <a:lnTo>
                  <a:pt x="20779" y="15922"/>
                </a:lnTo>
                <a:cubicBezTo>
                  <a:pt x="20923" y="15825"/>
                  <a:pt x="20989" y="15593"/>
                  <a:pt x="20940" y="15383"/>
                </a:cubicBezTo>
                <a:lnTo>
                  <a:pt x="20907" y="15189"/>
                </a:lnTo>
                <a:cubicBezTo>
                  <a:pt x="20879" y="15085"/>
                  <a:pt x="20884" y="14971"/>
                  <a:pt x="20912" y="14875"/>
                </a:cubicBezTo>
                <a:lnTo>
                  <a:pt x="20945" y="14772"/>
                </a:lnTo>
                <a:cubicBezTo>
                  <a:pt x="21006" y="14578"/>
                  <a:pt x="20956" y="14353"/>
                  <a:pt x="20829" y="14241"/>
                </a:cubicBezTo>
                <a:cubicBezTo>
                  <a:pt x="20719" y="14144"/>
                  <a:pt x="20675" y="13949"/>
                  <a:pt x="20714" y="13780"/>
                </a:cubicBezTo>
                <a:cubicBezTo>
                  <a:pt x="20758" y="13595"/>
                  <a:pt x="20624" y="13168"/>
                  <a:pt x="20099" y="13168"/>
                </a:cubicBezTo>
                <a:cubicBezTo>
                  <a:pt x="20099" y="13168"/>
                  <a:pt x="20094" y="13168"/>
                  <a:pt x="20094" y="13168"/>
                </a:cubicBezTo>
                <a:lnTo>
                  <a:pt x="20039" y="13176"/>
                </a:lnTo>
                <a:cubicBezTo>
                  <a:pt x="19972" y="13144"/>
                  <a:pt x="19895" y="13121"/>
                  <a:pt x="19818" y="13121"/>
                </a:cubicBezTo>
                <a:lnTo>
                  <a:pt x="14676" y="13121"/>
                </a:lnTo>
                <a:close/>
                <a:moveTo>
                  <a:pt x="1597" y="17462"/>
                </a:moveTo>
                <a:lnTo>
                  <a:pt x="1481" y="17470"/>
                </a:lnTo>
                <a:cubicBezTo>
                  <a:pt x="1238" y="17478"/>
                  <a:pt x="1044" y="17767"/>
                  <a:pt x="1044" y="18129"/>
                </a:cubicBezTo>
                <a:lnTo>
                  <a:pt x="1044" y="19667"/>
                </a:lnTo>
                <a:cubicBezTo>
                  <a:pt x="1044" y="20738"/>
                  <a:pt x="1641" y="21600"/>
                  <a:pt x="2370" y="21600"/>
                </a:cubicBezTo>
                <a:lnTo>
                  <a:pt x="18891" y="21600"/>
                </a:lnTo>
                <a:cubicBezTo>
                  <a:pt x="19626" y="21600"/>
                  <a:pt x="20216" y="20730"/>
                  <a:pt x="20216" y="19667"/>
                </a:cubicBezTo>
                <a:lnTo>
                  <a:pt x="20216" y="17976"/>
                </a:lnTo>
                <a:cubicBezTo>
                  <a:pt x="20216" y="17702"/>
                  <a:pt x="20066" y="17478"/>
                  <a:pt x="19878" y="17470"/>
                </a:cubicBezTo>
                <a:lnTo>
                  <a:pt x="19669" y="17462"/>
                </a:lnTo>
                <a:lnTo>
                  <a:pt x="1597" y="17462"/>
                </a:lnTo>
                <a:close/>
              </a:path>
            </a:pathLst>
          </a:custGeom>
          <a:solidFill>
            <a:srgbClr val="F3B80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3571754" y="1534570"/>
            <a:ext cx="731035" cy="918660"/>
          </a:xfrm>
          <a:custGeom>
            <a:rect b="b" l="l" r="r" t="t"/>
            <a:pathLst>
              <a:path extrusionOk="0" h="21599" w="21531">
                <a:moveTo>
                  <a:pt x="8459" y="0"/>
                </a:moveTo>
                <a:cubicBezTo>
                  <a:pt x="8430" y="17"/>
                  <a:pt x="8385" y="18"/>
                  <a:pt x="8353" y="33"/>
                </a:cubicBezTo>
                <a:cubicBezTo>
                  <a:pt x="8261" y="78"/>
                  <a:pt x="8167" y="149"/>
                  <a:pt x="8141" y="246"/>
                </a:cubicBezTo>
                <a:cubicBezTo>
                  <a:pt x="8125" y="312"/>
                  <a:pt x="8192" y="361"/>
                  <a:pt x="8214" y="402"/>
                </a:cubicBezTo>
                <a:cubicBezTo>
                  <a:pt x="8257" y="487"/>
                  <a:pt x="8232" y="654"/>
                  <a:pt x="8165" y="695"/>
                </a:cubicBezTo>
                <a:cubicBezTo>
                  <a:pt x="7901" y="855"/>
                  <a:pt x="7751" y="471"/>
                  <a:pt x="7483" y="603"/>
                </a:cubicBezTo>
                <a:cubicBezTo>
                  <a:pt x="7292" y="697"/>
                  <a:pt x="7290" y="946"/>
                  <a:pt x="7099" y="1039"/>
                </a:cubicBezTo>
                <a:cubicBezTo>
                  <a:pt x="6900" y="1137"/>
                  <a:pt x="6622" y="966"/>
                  <a:pt x="6475" y="1136"/>
                </a:cubicBezTo>
                <a:cubicBezTo>
                  <a:pt x="6388" y="1235"/>
                  <a:pt x="6463" y="1349"/>
                  <a:pt x="6426" y="1481"/>
                </a:cubicBezTo>
                <a:cubicBezTo>
                  <a:pt x="6398" y="1579"/>
                  <a:pt x="6346" y="1657"/>
                  <a:pt x="6237" y="1689"/>
                </a:cubicBezTo>
                <a:cubicBezTo>
                  <a:pt x="6076" y="1737"/>
                  <a:pt x="5956" y="1644"/>
                  <a:pt x="5848" y="1611"/>
                </a:cubicBezTo>
                <a:cubicBezTo>
                  <a:pt x="5762" y="1585"/>
                  <a:pt x="5646" y="1565"/>
                  <a:pt x="5539" y="1565"/>
                </a:cubicBezTo>
                <a:cubicBezTo>
                  <a:pt x="5464" y="1624"/>
                  <a:pt x="5379" y="1692"/>
                  <a:pt x="5261" y="1714"/>
                </a:cubicBezTo>
                <a:cubicBezTo>
                  <a:pt x="5120" y="1741"/>
                  <a:pt x="4959" y="1677"/>
                  <a:pt x="4863" y="1734"/>
                </a:cubicBezTo>
                <a:cubicBezTo>
                  <a:pt x="4686" y="1785"/>
                  <a:pt x="4799" y="2053"/>
                  <a:pt x="4700" y="2162"/>
                </a:cubicBezTo>
                <a:cubicBezTo>
                  <a:pt x="4661" y="2206"/>
                  <a:pt x="4580" y="2233"/>
                  <a:pt x="4505" y="2247"/>
                </a:cubicBezTo>
                <a:cubicBezTo>
                  <a:pt x="4434" y="2260"/>
                  <a:pt x="4370" y="2236"/>
                  <a:pt x="4327" y="2267"/>
                </a:cubicBezTo>
                <a:cubicBezTo>
                  <a:pt x="4227" y="2294"/>
                  <a:pt x="4275" y="2389"/>
                  <a:pt x="4238" y="2468"/>
                </a:cubicBezTo>
                <a:cubicBezTo>
                  <a:pt x="4191" y="2569"/>
                  <a:pt x="4058" y="2610"/>
                  <a:pt x="3992" y="2695"/>
                </a:cubicBezTo>
                <a:cubicBezTo>
                  <a:pt x="3972" y="2722"/>
                  <a:pt x="3959" y="2770"/>
                  <a:pt x="3986" y="2798"/>
                </a:cubicBezTo>
                <a:cubicBezTo>
                  <a:pt x="4059" y="2958"/>
                  <a:pt x="4397" y="2807"/>
                  <a:pt x="4547" y="2889"/>
                </a:cubicBezTo>
                <a:cubicBezTo>
                  <a:pt x="4665" y="2953"/>
                  <a:pt x="4571" y="3066"/>
                  <a:pt x="4571" y="3175"/>
                </a:cubicBezTo>
                <a:cubicBezTo>
                  <a:pt x="4590" y="3194"/>
                  <a:pt x="4609" y="3215"/>
                  <a:pt x="4628" y="3234"/>
                </a:cubicBezTo>
                <a:cubicBezTo>
                  <a:pt x="4735" y="3298"/>
                  <a:pt x="4862" y="3330"/>
                  <a:pt x="4848" y="3474"/>
                </a:cubicBezTo>
                <a:cubicBezTo>
                  <a:pt x="4803" y="3508"/>
                  <a:pt x="4772" y="3538"/>
                  <a:pt x="4700" y="3552"/>
                </a:cubicBezTo>
                <a:cubicBezTo>
                  <a:pt x="4588" y="3574"/>
                  <a:pt x="4456" y="3531"/>
                  <a:pt x="4376" y="3513"/>
                </a:cubicBezTo>
                <a:cubicBezTo>
                  <a:pt x="4149" y="3464"/>
                  <a:pt x="3817" y="3477"/>
                  <a:pt x="3709" y="3598"/>
                </a:cubicBezTo>
                <a:cubicBezTo>
                  <a:pt x="3589" y="3731"/>
                  <a:pt x="3770" y="3895"/>
                  <a:pt x="3806" y="4012"/>
                </a:cubicBezTo>
                <a:cubicBezTo>
                  <a:pt x="3803" y="4083"/>
                  <a:pt x="3800" y="4155"/>
                  <a:pt x="3798" y="4227"/>
                </a:cubicBezTo>
                <a:cubicBezTo>
                  <a:pt x="3798" y="4294"/>
                  <a:pt x="3826" y="4376"/>
                  <a:pt x="3783" y="4421"/>
                </a:cubicBezTo>
                <a:cubicBezTo>
                  <a:pt x="3753" y="4488"/>
                  <a:pt x="3639" y="4476"/>
                  <a:pt x="3571" y="4512"/>
                </a:cubicBezTo>
                <a:cubicBezTo>
                  <a:pt x="3490" y="4555"/>
                  <a:pt x="3456" y="4628"/>
                  <a:pt x="3342" y="4649"/>
                </a:cubicBezTo>
                <a:cubicBezTo>
                  <a:pt x="3224" y="4671"/>
                  <a:pt x="3170" y="4580"/>
                  <a:pt x="3130" y="4533"/>
                </a:cubicBezTo>
                <a:cubicBezTo>
                  <a:pt x="3063" y="4453"/>
                  <a:pt x="2866" y="4232"/>
                  <a:pt x="2667" y="4272"/>
                </a:cubicBezTo>
                <a:cubicBezTo>
                  <a:pt x="2585" y="4288"/>
                  <a:pt x="2495" y="4332"/>
                  <a:pt x="2463" y="4389"/>
                </a:cubicBezTo>
                <a:cubicBezTo>
                  <a:pt x="2436" y="4437"/>
                  <a:pt x="2457" y="4490"/>
                  <a:pt x="2440" y="4551"/>
                </a:cubicBezTo>
                <a:cubicBezTo>
                  <a:pt x="2417" y="4634"/>
                  <a:pt x="2376" y="4717"/>
                  <a:pt x="2302" y="4759"/>
                </a:cubicBezTo>
                <a:cubicBezTo>
                  <a:pt x="2247" y="4791"/>
                  <a:pt x="2129" y="4814"/>
                  <a:pt x="2033" y="4791"/>
                </a:cubicBezTo>
                <a:cubicBezTo>
                  <a:pt x="1997" y="4783"/>
                  <a:pt x="1939" y="4759"/>
                  <a:pt x="1879" y="4773"/>
                </a:cubicBezTo>
                <a:cubicBezTo>
                  <a:pt x="1806" y="4789"/>
                  <a:pt x="1753" y="4846"/>
                  <a:pt x="1692" y="4876"/>
                </a:cubicBezTo>
                <a:cubicBezTo>
                  <a:pt x="1601" y="4920"/>
                  <a:pt x="1481" y="4931"/>
                  <a:pt x="1398" y="4981"/>
                </a:cubicBezTo>
                <a:cubicBezTo>
                  <a:pt x="1375" y="4994"/>
                  <a:pt x="1368" y="5021"/>
                  <a:pt x="1349" y="5038"/>
                </a:cubicBezTo>
                <a:cubicBezTo>
                  <a:pt x="1349" y="5065"/>
                  <a:pt x="1351" y="5077"/>
                  <a:pt x="1366" y="5091"/>
                </a:cubicBezTo>
                <a:cubicBezTo>
                  <a:pt x="1388" y="5137"/>
                  <a:pt x="1444" y="5134"/>
                  <a:pt x="1497" y="5155"/>
                </a:cubicBezTo>
                <a:cubicBezTo>
                  <a:pt x="1568" y="5183"/>
                  <a:pt x="1616" y="5214"/>
                  <a:pt x="1644" y="5278"/>
                </a:cubicBezTo>
                <a:cubicBezTo>
                  <a:pt x="1655" y="5305"/>
                  <a:pt x="1666" y="5336"/>
                  <a:pt x="1644" y="5363"/>
                </a:cubicBezTo>
                <a:cubicBezTo>
                  <a:pt x="1612" y="5489"/>
                  <a:pt x="1370" y="5457"/>
                  <a:pt x="1317" y="5571"/>
                </a:cubicBezTo>
                <a:cubicBezTo>
                  <a:pt x="1240" y="5737"/>
                  <a:pt x="1504" y="5899"/>
                  <a:pt x="1635" y="5927"/>
                </a:cubicBezTo>
                <a:cubicBezTo>
                  <a:pt x="1749" y="5952"/>
                  <a:pt x="1826" y="5888"/>
                  <a:pt x="1896" y="5870"/>
                </a:cubicBezTo>
                <a:cubicBezTo>
                  <a:pt x="1942" y="5858"/>
                  <a:pt x="1987" y="5868"/>
                  <a:pt x="2033" y="5870"/>
                </a:cubicBezTo>
                <a:cubicBezTo>
                  <a:pt x="2058" y="5885"/>
                  <a:pt x="2083" y="5900"/>
                  <a:pt x="2107" y="5916"/>
                </a:cubicBezTo>
                <a:cubicBezTo>
                  <a:pt x="2185" y="6007"/>
                  <a:pt x="2091" y="6112"/>
                  <a:pt x="2065" y="6195"/>
                </a:cubicBezTo>
                <a:cubicBezTo>
                  <a:pt x="2036" y="6289"/>
                  <a:pt x="2113" y="6333"/>
                  <a:pt x="2131" y="6389"/>
                </a:cubicBezTo>
                <a:cubicBezTo>
                  <a:pt x="2148" y="6444"/>
                  <a:pt x="2094" y="6496"/>
                  <a:pt x="2082" y="6538"/>
                </a:cubicBezTo>
                <a:cubicBezTo>
                  <a:pt x="2071" y="6575"/>
                  <a:pt x="2092" y="6617"/>
                  <a:pt x="2099" y="6643"/>
                </a:cubicBezTo>
                <a:cubicBezTo>
                  <a:pt x="2126" y="6739"/>
                  <a:pt x="2057" y="6824"/>
                  <a:pt x="1993" y="6851"/>
                </a:cubicBezTo>
                <a:cubicBezTo>
                  <a:pt x="1752" y="6952"/>
                  <a:pt x="1622" y="6709"/>
                  <a:pt x="1383" y="6753"/>
                </a:cubicBezTo>
                <a:cubicBezTo>
                  <a:pt x="1248" y="6777"/>
                  <a:pt x="1071" y="6855"/>
                  <a:pt x="1146" y="7018"/>
                </a:cubicBezTo>
                <a:cubicBezTo>
                  <a:pt x="1189" y="7111"/>
                  <a:pt x="1404" y="7301"/>
                  <a:pt x="1601" y="7265"/>
                </a:cubicBezTo>
                <a:cubicBezTo>
                  <a:pt x="1701" y="7246"/>
                  <a:pt x="1839" y="7157"/>
                  <a:pt x="1959" y="7219"/>
                </a:cubicBezTo>
                <a:cubicBezTo>
                  <a:pt x="2115" y="7300"/>
                  <a:pt x="2032" y="7519"/>
                  <a:pt x="2205" y="7578"/>
                </a:cubicBezTo>
                <a:cubicBezTo>
                  <a:pt x="2424" y="7651"/>
                  <a:pt x="2911" y="7641"/>
                  <a:pt x="2895" y="7868"/>
                </a:cubicBezTo>
                <a:cubicBezTo>
                  <a:pt x="2847" y="7904"/>
                  <a:pt x="2819" y="7933"/>
                  <a:pt x="2741" y="7948"/>
                </a:cubicBezTo>
                <a:cubicBezTo>
                  <a:pt x="2601" y="7974"/>
                  <a:pt x="2449" y="7912"/>
                  <a:pt x="2334" y="7953"/>
                </a:cubicBezTo>
                <a:cubicBezTo>
                  <a:pt x="2209" y="7997"/>
                  <a:pt x="2215" y="8167"/>
                  <a:pt x="2016" y="8207"/>
                </a:cubicBezTo>
                <a:cubicBezTo>
                  <a:pt x="1873" y="8235"/>
                  <a:pt x="1783" y="8132"/>
                  <a:pt x="1707" y="8097"/>
                </a:cubicBezTo>
                <a:cubicBezTo>
                  <a:pt x="1603" y="8048"/>
                  <a:pt x="1436" y="8101"/>
                  <a:pt x="1366" y="8142"/>
                </a:cubicBezTo>
                <a:cubicBezTo>
                  <a:pt x="1342" y="8156"/>
                  <a:pt x="1330" y="8183"/>
                  <a:pt x="1309" y="8200"/>
                </a:cubicBezTo>
                <a:cubicBezTo>
                  <a:pt x="1309" y="8219"/>
                  <a:pt x="1309" y="8239"/>
                  <a:pt x="1309" y="8259"/>
                </a:cubicBezTo>
                <a:cubicBezTo>
                  <a:pt x="1336" y="8280"/>
                  <a:pt x="1353" y="8312"/>
                  <a:pt x="1383" y="8330"/>
                </a:cubicBezTo>
                <a:cubicBezTo>
                  <a:pt x="1433" y="8359"/>
                  <a:pt x="1598" y="8433"/>
                  <a:pt x="1521" y="8513"/>
                </a:cubicBezTo>
                <a:cubicBezTo>
                  <a:pt x="1467" y="8639"/>
                  <a:pt x="1114" y="8542"/>
                  <a:pt x="1048" y="8693"/>
                </a:cubicBezTo>
                <a:cubicBezTo>
                  <a:pt x="995" y="8755"/>
                  <a:pt x="1063" y="8845"/>
                  <a:pt x="1097" y="8881"/>
                </a:cubicBezTo>
                <a:cubicBezTo>
                  <a:pt x="1138" y="8924"/>
                  <a:pt x="1275" y="8996"/>
                  <a:pt x="1334" y="9032"/>
                </a:cubicBezTo>
                <a:cubicBezTo>
                  <a:pt x="1438" y="9094"/>
                  <a:pt x="1502" y="9186"/>
                  <a:pt x="1586" y="9265"/>
                </a:cubicBezTo>
                <a:cubicBezTo>
                  <a:pt x="1587" y="9412"/>
                  <a:pt x="1433" y="9383"/>
                  <a:pt x="1326" y="9441"/>
                </a:cubicBezTo>
                <a:cubicBezTo>
                  <a:pt x="1238" y="9489"/>
                  <a:pt x="1190" y="9573"/>
                  <a:pt x="1082" y="9610"/>
                </a:cubicBezTo>
                <a:cubicBezTo>
                  <a:pt x="989" y="9642"/>
                  <a:pt x="848" y="9610"/>
                  <a:pt x="756" y="9642"/>
                </a:cubicBezTo>
                <a:cubicBezTo>
                  <a:pt x="728" y="9732"/>
                  <a:pt x="793" y="9772"/>
                  <a:pt x="813" y="9855"/>
                </a:cubicBezTo>
                <a:cubicBezTo>
                  <a:pt x="837" y="9954"/>
                  <a:pt x="717" y="10040"/>
                  <a:pt x="782" y="10141"/>
                </a:cubicBezTo>
                <a:cubicBezTo>
                  <a:pt x="836" y="10226"/>
                  <a:pt x="962" y="10210"/>
                  <a:pt x="1091" y="10239"/>
                </a:cubicBezTo>
                <a:cubicBezTo>
                  <a:pt x="1164" y="10260"/>
                  <a:pt x="1236" y="10281"/>
                  <a:pt x="1309" y="10303"/>
                </a:cubicBezTo>
                <a:cubicBezTo>
                  <a:pt x="1361" y="10313"/>
                  <a:pt x="1458" y="10305"/>
                  <a:pt x="1497" y="10298"/>
                </a:cubicBezTo>
                <a:cubicBezTo>
                  <a:pt x="1563" y="10294"/>
                  <a:pt x="1627" y="10289"/>
                  <a:pt x="1692" y="10284"/>
                </a:cubicBezTo>
                <a:cubicBezTo>
                  <a:pt x="1773" y="10268"/>
                  <a:pt x="1865" y="10243"/>
                  <a:pt x="1944" y="10225"/>
                </a:cubicBezTo>
                <a:cubicBezTo>
                  <a:pt x="2121" y="10186"/>
                  <a:pt x="2333" y="10172"/>
                  <a:pt x="2408" y="10291"/>
                </a:cubicBezTo>
                <a:cubicBezTo>
                  <a:pt x="2419" y="10308"/>
                  <a:pt x="2437" y="10354"/>
                  <a:pt x="2423" y="10388"/>
                </a:cubicBezTo>
                <a:cubicBezTo>
                  <a:pt x="2393" y="10463"/>
                  <a:pt x="2281" y="10510"/>
                  <a:pt x="2196" y="10545"/>
                </a:cubicBezTo>
                <a:cubicBezTo>
                  <a:pt x="2041" y="10610"/>
                  <a:pt x="1692" y="10709"/>
                  <a:pt x="1601" y="10810"/>
                </a:cubicBezTo>
                <a:cubicBezTo>
                  <a:pt x="1487" y="10937"/>
                  <a:pt x="1624" y="11126"/>
                  <a:pt x="1383" y="11174"/>
                </a:cubicBezTo>
                <a:cubicBezTo>
                  <a:pt x="1127" y="11225"/>
                  <a:pt x="1060" y="10918"/>
                  <a:pt x="782" y="10986"/>
                </a:cubicBezTo>
                <a:cubicBezTo>
                  <a:pt x="747" y="10994"/>
                  <a:pt x="704" y="11015"/>
                  <a:pt x="676" y="11032"/>
                </a:cubicBezTo>
                <a:cubicBezTo>
                  <a:pt x="608" y="11072"/>
                  <a:pt x="552" y="11164"/>
                  <a:pt x="530" y="11238"/>
                </a:cubicBezTo>
                <a:cubicBezTo>
                  <a:pt x="498" y="11344"/>
                  <a:pt x="549" y="11426"/>
                  <a:pt x="487" y="11505"/>
                </a:cubicBezTo>
                <a:cubicBezTo>
                  <a:pt x="446" y="11557"/>
                  <a:pt x="365" y="11603"/>
                  <a:pt x="284" y="11622"/>
                </a:cubicBezTo>
                <a:cubicBezTo>
                  <a:pt x="199" y="11642"/>
                  <a:pt x="112" y="11633"/>
                  <a:pt x="57" y="11674"/>
                </a:cubicBezTo>
                <a:cubicBezTo>
                  <a:pt x="24" y="11700"/>
                  <a:pt x="-26" y="11764"/>
                  <a:pt x="17" y="11810"/>
                </a:cubicBezTo>
                <a:cubicBezTo>
                  <a:pt x="47" y="11877"/>
                  <a:pt x="152" y="11887"/>
                  <a:pt x="235" y="11914"/>
                </a:cubicBezTo>
                <a:cubicBezTo>
                  <a:pt x="347" y="11951"/>
                  <a:pt x="499" y="11999"/>
                  <a:pt x="553" y="12083"/>
                </a:cubicBezTo>
                <a:cubicBezTo>
                  <a:pt x="646" y="12230"/>
                  <a:pt x="405" y="12289"/>
                  <a:pt x="455" y="12440"/>
                </a:cubicBezTo>
                <a:cubicBezTo>
                  <a:pt x="493" y="12551"/>
                  <a:pt x="631" y="12594"/>
                  <a:pt x="684" y="12694"/>
                </a:cubicBezTo>
                <a:cubicBezTo>
                  <a:pt x="718" y="12759"/>
                  <a:pt x="716" y="12836"/>
                  <a:pt x="782" y="12875"/>
                </a:cubicBezTo>
                <a:cubicBezTo>
                  <a:pt x="881" y="12933"/>
                  <a:pt x="1183" y="12885"/>
                  <a:pt x="1317" y="12861"/>
                </a:cubicBezTo>
                <a:cubicBezTo>
                  <a:pt x="1458" y="12837"/>
                  <a:pt x="1621" y="12875"/>
                  <a:pt x="1650" y="12946"/>
                </a:cubicBezTo>
                <a:cubicBezTo>
                  <a:pt x="1669" y="12967"/>
                  <a:pt x="1661" y="12982"/>
                  <a:pt x="1658" y="13012"/>
                </a:cubicBezTo>
                <a:cubicBezTo>
                  <a:pt x="1638" y="13029"/>
                  <a:pt x="1626" y="13056"/>
                  <a:pt x="1601" y="13069"/>
                </a:cubicBezTo>
                <a:cubicBezTo>
                  <a:pt x="1485" y="13132"/>
                  <a:pt x="1300" y="13128"/>
                  <a:pt x="1171" y="13181"/>
                </a:cubicBezTo>
                <a:cubicBezTo>
                  <a:pt x="1068" y="13223"/>
                  <a:pt x="984" y="13292"/>
                  <a:pt x="871" y="13330"/>
                </a:cubicBezTo>
                <a:cubicBezTo>
                  <a:pt x="732" y="13375"/>
                  <a:pt x="478" y="13423"/>
                  <a:pt x="544" y="13602"/>
                </a:cubicBezTo>
                <a:cubicBezTo>
                  <a:pt x="586" y="13713"/>
                  <a:pt x="766" y="13736"/>
                  <a:pt x="805" y="13849"/>
                </a:cubicBezTo>
                <a:cubicBezTo>
                  <a:pt x="841" y="13952"/>
                  <a:pt x="704" y="14022"/>
                  <a:pt x="782" y="14116"/>
                </a:cubicBezTo>
                <a:cubicBezTo>
                  <a:pt x="893" y="14249"/>
                  <a:pt x="1304" y="14157"/>
                  <a:pt x="1375" y="14322"/>
                </a:cubicBezTo>
                <a:cubicBezTo>
                  <a:pt x="1451" y="14403"/>
                  <a:pt x="1338" y="14495"/>
                  <a:pt x="1286" y="14537"/>
                </a:cubicBezTo>
                <a:cubicBezTo>
                  <a:pt x="1158" y="14637"/>
                  <a:pt x="867" y="14805"/>
                  <a:pt x="985" y="15030"/>
                </a:cubicBezTo>
                <a:cubicBezTo>
                  <a:pt x="1034" y="15123"/>
                  <a:pt x="1204" y="15206"/>
                  <a:pt x="1383" y="15147"/>
                </a:cubicBezTo>
                <a:cubicBezTo>
                  <a:pt x="1445" y="15127"/>
                  <a:pt x="1492" y="15082"/>
                  <a:pt x="1546" y="15056"/>
                </a:cubicBezTo>
                <a:cubicBezTo>
                  <a:pt x="1601" y="15029"/>
                  <a:pt x="1664" y="15018"/>
                  <a:pt x="1701" y="14978"/>
                </a:cubicBezTo>
                <a:cubicBezTo>
                  <a:pt x="1740" y="14936"/>
                  <a:pt x="1766" y="14882"/>
                  <a:pt x="1822" y="14855"/>
                </a:cubicBezTo>
                <a:cubicBezTo>
                  <a:pt x="1866" y="14832"/>
                  <a:pt x="1919" y="14840"/>
                  <a:pt x="1976" y="14843"/>
                </a:cubicBezTo>
                <a:cubicBezTo>
                  <a:pt x="2012" y="14870"/>
                  <a:pt x="2061" y="14888"/>
                  <a:pt x="2082" y="14927"/>
                </a:cubicBezTo>
                <a:cubicBezTo>
                  <a:pt x="2126" y="15008"/>
                  <a:pt x="2106" y="15080"/>
                  <a:pt x="2205" y="15115"/>
                </a:cubicBezTo>
                <a:cubicBezTo>
                  <a:pt x="2262" y="15128"/>
                  <a:pt x="2317" y="15141"/>
                  <a:pt x="2374" y="15154"/>
                </a:cubicBezTo>
                <a:cubicBezTo>
                  <a:pt x="2528" y="15182"/>
                  <a:pt x="2685" y="15064"/>
                  <a:pt x="2766" y="15211"/>
                </a:cubicBezTo>
                <a:cubicBezTo>
                  <a:pt x="2805" y="15281"/>
                  <a:pt x="2763" y="15373"/>
                  <a:pt x="2789" y="15458"/>
                </a:cubicBezTo>
                <a:cubicBezTo>
                  <a:pt x="2827" y="15580"/>
                  <a:pt x="2987" y="15649"/>
                  <a:pt x="2847" y="15796"/>
                </a:cubicBezTo>
                <a:cubicBezTo>
                  <a:pt x="2783" y="15863"/>
                  <a:pt x="2619" y="15863"/>
                  <a:pt x="2569" y="15940"/>
                </a:cubicBezTo>
                <a:cubicBezTo>
                  <a:pt x="2495" y="16055"/>
                  <a:pt x="2618" y="16206"/>
                  <a:pt x="2709" y="16238"/>
                </a:cubicBezTo>
                <a:cubicBezTo>
                  <a:pt x="2909" y="16309"/>
                  <a:pt x="3149" y="16155"/>
                  <a:pt x="3359" y="16226"/>
                </a:cubicBezTo>
                <a:cubicBezTo>
                  <a:pt x="3504" y="16274"/>
                  <a:pt x="3571" y="16386"/>
                  <a:pt x="3774" y="16375"/>
                </a:cubicBezTo>
                <a:cubicBezTo>
                  <a:pt x="3801" y="16353"/>
                  <a:pt x="3841" y="16340"/>
                  <a:pt x="3863" y="16315"/>
                </a:cubicBezTo>
                <a:cubicBezTo>
                  <a:pt x="3898" y="16278"/>
                  <a:pt x="3921" y="16231"/>
                  <a:pt x="3969" y="16206"/>
                </a:cubicBezTo>
                <a:cubicBezTo>
                  <a:pt x="4036" y="16170"/>
                  <a:pt x="4135" y="16164"/>
                  <a:pt x="4204" y="16134"/>
                </a:cubicBezTo>
                <a:cubicBezTo>
                  <a:pt x="4278" y="16102"/>
                  <a:pt x="4392" y="16051"/>
                  <a:pt x="4490" y="16107"/>
                </a:cubicBezTo>
                <a:cubicBezTo>
                  <a:pt x="4612" y="16178"/>
                  <a:pt x="4587" y="16368"/>
                  <a:pt x="4717" y="16432"/>
                </a:cubicBezTo>
                <a:cubicBezTo>
                  <a:pt x="4898" y="16522"/>
                  <a:pt x="5087" y="16369"/>
                  <a:pt x="5270" y="16413"/>
                </a:cubicBezTo>
                <a:cubicBezTo>
                  <a:pt x="5423" y="16451"/>
                  <a:pt x="5447" y="16597"/>
                  <a:pt x="5613" y="16628"/>
                </a:cubicBezTo>
                <a:cubicBezTo>
                  <a:pt x="5738" y="16652"/>
                  <a:pt x="5900" y="16478"/>
                  <a:pt x="5971" y="16432"/>
                </a:cubicBezTo>
                <a:cubicBezTo>
                  <a:pt x="6009" y="16407"/>
                  <a:pt x="6096" y="16366"/>
                  <a:pt x="6157" y="16400"/>
                </a:cubicBezTo>
                <a:cubicBezTo>
                  <a:pt x="6472" y="16448"/>
                  <a:pt x="6063" y="16968"/>
                  <a:pt x="6392" y="17037"/>
                </a:cubicBezTo>
                <a:cubicBezTo>
                  <a:pt x="6492" y="17059"/>
                  <a:pt x="6591" y="16999"/>
                  <a:pt x="6653" y="16978"/>
                </a:cubicBezTo>
                <a:cubicBezTo>
                  <a:pt x="6726" y="16959"/>
                  <a:pt x="6800" y="16938"/>
                  <a:pt x="6873" y="16919"/>
                </a:cubicBezTo>
                <a:cubicBezTo>
                  <a:pt x="7017" y="16869"/>
                  <a:pt x="7108" y="16785"/>
                  <a:pt x="7191" y="16686"/>
                </a:cubicBezTo>
                <a:cubicBezTo>
                  <a:pt x="7250" y="16615"/>
                  <a:pt x="7379" y="16451"/>
                  <a:pt x="7563" y="16491"/>
                </a:cubicBezTo>
                <a:cubicBezTo>
                  <a:pt x="7741" y="16530"/>
                  <a:pt x="7780" y="16745"/>
                  <a:pt x="7873" y="16855"/>
                </a:cubicBezTo>
                <a:cubicBezTo>
                  <a:pt x="7913" y="16902"/>
                  <a:pt x="7983" y="16971"/>
                  <a:pt x="8108" y="16946"/>
                </a:cubicBezTo>
                <a:cubicBezTo>
                  <a:pt x="8208" y="16926"/>
                  <a:pt x="8261" y="16844"/>
                  <a:pt x="8307" y="16762"/>
                </a:cubicBezTo>
                <a:cubicBezTo>
                  <a:pt x="8811" y="17200"/>
                  <a:pt x="9645" y="17976"/>
                  <a:pt x="9645" y="17976"/>
                </a:cubicBezTo>
                <a:cubicBezTo>
                  <a:pt x="9645" y="17976"/>
                  <a:pt x="9976" y="18231"/>
                  <a:pt x="9976" y="18562"/>
                </a:cubicBezTo>
                <a:cubicBezTo>
                  <a:pt x="9976" y="19024"/>
                  <a:pt x="9976" y="19718"/>
                  <a:pt x="9976" y="19945"/>
                </a:cubicBezTo>
                <a:cubicBezTo>
                  <a:pt x="9976" y="20728"/>
                  <a:pt x="9275" y="21597"/>
                  <a:pt x="9275" y="21597"/>
                </a:cubicBezTo>
                <a:cubicBezTo>
                  <a:pt x="9275" y="21597"/>
                  <a:pt x="12156" y="21599"/>
                  <a:pt x="12312" y="21599"/>
                </a:cubicBezTo>
                <a:cubicBezTo>
                  <a:pt x="12136" y="21598"/>
                  <a:pt x="11551" y="20437"/>
                  <a:pt x="11551" y="19800"/>
                </a:cubicBezTo>
                <a:cubicBezTo>
                  <a:pt x="11551" y="19712"/>
                  <a:pt x="11551" y="19149"/>
                  <a:pt x="11551" y="18439"/>
                </a:cubicBezTo>
                <a:cubicBezTo>
                  <a:pt x="11551" y="18313"/>
                  <a:pt x="12770" y="17328"/>
                  <a:pt x="13727" y="16613"/>
                </a:cubicBezTo>
                <a:cubicBezTo>
                  <a:pt x="13783" y="16676"/>
                  <a:pt x="13849" y="16735"/>
                  <a:pt x="13907" y="16763"/>
                </a:cubicBezTo>
                <a:cubicBezTo>
                  <a:pt x="14005" y="16812"/>
                  <a:pt x="14097" y="16760"/>
                  <a:pt x="14159" y="16725"/>
                </a:cubicBezTo>
                <a:cubicBezTo>
                  <a:pt x="14245" y="16674"/>
                  <a:pt x="14295" y="16594"/>
                  <a:pt x="14387" y="16550"/>
                </a:cubicBezTo>
                <a:cubicBezTo>
                  <a:pt x="14448" y="16522"/>
                  <a:pt x="14510" y="16524"/>
                  <a:pt x="14591" y="16510"/>
                </a:cubicBezTo>
                <a:cubicBezTo>
                  <a:pt x="14611" y="16506"/>
                  <a:pt x="14663" y="16499"/>
                  <a:pt x="14697" y="16505"/>
                </a:cubicBezTo>
                <a:cubicBezTo>
                  <a:pt x="14793" y="16523"/>
                  <a:pt x="14859" y="16557"/>
                  <a:pt x="14883" y="16633"/>
                </a:cubicBezTo>
                <a:cubicBezTo>
                  <a:pt x="14913" y="16728"/>
                  <a:pt x="14829" y="16803"/>
                  <a:pt x="14908" y="16880"/>
                </a:cubicBezTo>
                <a:cubicBezTo>
                  <a:pt x="14952" y="16923"/>
                  <a:pt x="15088" y="16931"/>
                  <a:pt x="15169" y="16907"/>
                </a:cubicBezTo>
                <a:cubicBezTo>
                  <a:pt x="15293" y="16870"/>
                  <a:pt x="15350" y="16788"/>
                  <a:pt x="15444" y="16731"/>
                </a:cubicBezTo>
                <a:cubicBezTo>
                  <a:pt x="15470" y="16716"/>
                  <a:pt x="15502" y="16709"/>
                  <a:pt x="15527" y="16692"/>
                </a:cubicBezTo>
                <a:cubicBezTo>
                  <a:pt x="15645" y="16695"/>
                  <a:pt x="15851" y="16792"/>
                  <a:pt x="15883" y="16862"/>
                </a:cubicBezTo>
                <a:cubicBezTo>
                  <a:pt x="15908" y="16916"/>
                  <a:pt x="15860" y="16974"/>
                  <a:pt x="15883" y="17037"/>
                </a:cubicBezTo>
                <a:cubicBezTo>
                  <a:pt x="15904" y="17100"/>
                  <a:pt x="15992" y="17149"/>
                  <a:pt x="16071" y="17166"/>
                </a:cubicBezTo>
                <a:cubicBezTo>
                  <a:pt x="16166" y="17186"/>
                  <a:pt x="16249" y="17147"/>
                  <a:pt x="16298" y="17127"/>
                </a:cubicBezTo>
                <a:cubicBezTo>
                  <a:pt x="16471" y="17055"/>
                  <a:pt x="16644" y="16922"/>
                  <a:pt x="16713" y="16770"/>
                </a:cubicBezTo>
                <a:cubicBezTo>
                  <a:pt x="16744" y="16702"/>
                  <a:pt x="16713" y="16598"/>
                  <a:pt x="16747" y="16530"/>
                </a:cubicBezTo>
                <a:cubicBezTo>
                  <a:pt x="16797" y="16427"/>
                  <a:pt x="16984" y="16405"/>
                  <a:pt x="17062" y="16322"/>
                </a:cubicBezTo>
                <a:cubicBezTo>
                  <a:pt x="17111" y="16271"/>
                  <a:pt x="17151" y="16189"/>
                  <a:pt x="17234" y="16167"/>
                </a:cubicBezTo>
                <a:cubicBezTo>
                  <a:pt x="17325" y="16117"/>
                  <a:pt x="17412" y="16236"/>
                  <a:pt x="17486" y="16251"/>
                </a:cubicBezTo>
                <a:cubicBezTo>
                  <a:pt x="17591" y="16273"/>
                  <a:pt x="17682" y="16172"/>
                  <a:pt x="17778" y="16231"/>
                </a:cubicBezTo>
                <a:cubicBezTo>
                  <a:pt x="17922" y="16272"/>
                  <a:pt x="17836" y="16455"/>
                  <a:pt x="17967" y="16491"/>
                </a:cubicBezTo>
                <a:cubicBezTo>
                  <a:pt x="18062" y="16544"/>
                  <a:pt x="18188" y="16456"/>
                  <a:pt x="18225" y="16413"/>
                </a:cubicBezTo>
                <a:cubicBezTo>
                  <a:pt x="18369" y="16247"/>
                  <a:pt x="18056" y="15975"/>
                  <a:pt x="18299" y="15856"/>
                </a:cubicBezTo>
                <a:cubicBezTo>
                  <a:pt x="18497" y="15758"/>
                  <a:pt x="18746" y="15898"/>
                  <a:pt x="18975" y="15856"/>
                </a:cubicBezTo>
                <a:cubicBezTo>
                  <a:pt x="19040" y="15843"/>
                  <a:pt x="19096" y="15820"/>
                  <a:pt x="19144" y="15796"/>
                </a:cubicBezTo>
                <a:cubicBezTo>
                  <a:pt x="19197" y="15770"/>
                  <a:pt x="19246" y="15756"/>
                  <a:pt x="19267" y="15705"/>
                </a:cubicBezTo>
                <a:cubicBezTo>
                  <a:pt x="19276" y="15694"/>
                  <a:pt x="19276" y="15674"/>
                  <a:pt x="19276" y="15654"/>
                </a:cubicBezTo>
                <a:cubicBezTo>
                  <a:pt x="19224" y="15611"/>
                  <a:pt x="19177" y="15554"/>
                  <a:pt x="19096" y="15536"/>
                </a:cubicBezTo>
                <a:cubicBezTo>
                  <a:pt x="19001" y="15515"/>
                  <a:pt x="18914" y="15560"/>
                  <a:pt x="18829" y="15536"/>
                </a:cubicBezTo>
                <a:cubicBezTo>
                  <a:pt x="18781" y="15522"/>
                  <a:pt x="18759" y="15487"/>
                  <a:pt x="18723" y="15465"/>
                </a:cubicBezTo>
                <a:cubicBezTo>
                  <a:pt x="18697" y="15298"/>
                  <a:pt x="18775" y="15326"/>
                  <a:pt x="18852" y="15225"/>
                </a:cubicBezTo>
                <a:cubicBezTo>
                  <a:pt x="18884" y="15184"/>
                  <a:pt x="18876" y="15123"/>
                  <a:pt x="18901" y="15076"/>
                </a:cubicBezTo>
                <a:cubicBezTo>
                  <a:pt x="18939" y="15004"/>
                  <a:pt x="19021" y="14960"/>
                  <a:pt x="19047" y="14875"/>
                </a:cubicBezTo>
                <a:cubicBezTo>
                  <a:pt x="19079" y="14769"/>
                  <a:pt x="18936" y="14676"/>
                  <a:pt x="18909" y="14596"/>
                </a:cubicBezTo>
                <a:cubicBezTo>
                  <a:pt x="18878" y="14505"/>
                  <a:pt x="18986" y="14364"/>
                  <a:pt x="19038" y="14336"/>
                </a:cubicBezTo>
                <a:cubicBezTo>
                  <a:pt x="19188" y="14255"/>
                  <a:pt x="19464" y="14397"/>
                  <a:pt x="19648" y="14290"/>
                </a:cubicBezTo>
                <a:cubicBezTo>
                  <a:pt x="19715" y="14251"/>
                  <a:pt x="19748" y="14181"/>
                  <a:pt x="19797" y="14128"/>
                </a:cubicBezTo>
                <a:cubicBezTo>
                  <a:pt x="19848" y="14071"/>
                  <a:pt x="19948" y="14048"/>
                  <a:pt x="20000" y="13992"/>
                </a:cubicBezTo>
                <a:cubicBezTo>
                  <a:pt x="20082" y="13905"/>
                  <a:pt x="20098" y="13852"/>
                  <a:pt x="20284" y="13862"/>
                </a:cubicBezTo>
                <a:cubicBezTo>
                  <a:pt x="20307" y="13881"/>
                  <a:pt x="20345" y="13891"/>
                  <a:pt x="20364" y="13913"/>
                </a:cubicBezTo>
                <a:cubicBezTo>
                  <a:pt x="20405" y="13957"/>
                  <a:pt x="20436" y="14034"/>
                  <a:pt x="20470" y="14082"/>
                </a:cubicBezTo>
                <a:cubicBezTo>
                  <a:pt x="20504" y="14089"/>
                  <a:pt x="20534" y="14111"/>
                  <a:pt x="20584" y="14102"/>
                </a:cubicBezTo>
                <a:cubicBezTo>
                  <a:pt x="20716" y="14079"/>
                  <a:pt x="20958" y="13991"/>
                  <a:pt x="20911" y="13835"/>
                </a:cubicBezTo>
                <a:cubicBezTo>
                  <a:pt x="20883" y="13746"/>
                  <a:pt x="20730" y="13595"/>
                  <a:pt x="20633" y="13563"/>
                </a:cubicBezTo>
                <a:cubicBezTo>
                  <a:pt x="20514" y="13523"/>
                  <a:pt x="20416" y="13551"/>
                  <a:pt x="20356" y="13460"/>
                </a:cubicBezTo>
                <a:cubicBezTo>
                  <a:pt x="20335" y="13428"/>
                  <a:pt x="20327" y="13375"/>
                  <a:pt x="20341" y="13336"/>
                </a:cubicBezTo>
                <a:cubicBezTo>
                  <a:pt x="20376" y="13237"/>
                  <a:pt x="20469" y="13174"/>
                  <a:pt x="20576" y="13135"/>
                </a:cubicBezTo>
                <a:cubicBezTo>
                  <a:pt x="20664" y="13103"/>
                  <a:pt x="20760" y="13095"/>
                  <a:pt x="20796" y="13024"/>
                </a:cubicBezTo>
                <a:cubicBezTo>
                  <a:pt x="20849" y="12922"/>
                  <a:pt x="20717" y="12799"/>
                  <a:pt x="20779" y="12726"/>
                </a:cubicBezTo>
                <a:cubicBezTo>
                  <a:pt x="20805" y="12612"/>
                  <a:pt x="21085" y="12606"/>
                  <a:pt x="21211" y="12564"/>
                </a:cubicBezTo>
                <a:cubicBezTo>
                  <a:pt x="21300" y="12534"/>
                  <a:pt x="21324" y="12488"/>
                  <a:pt x="21381" y="12433"/>
                </a:cubicBezTo>
                <a:cubicBezTo>
                  <a:pt x="21375" y="12253"/>
                  <a:pt x="21127" y="12307"/>
                  <a:pt x="21146" y="12095"/>
                </a:cubicBezTo>
                <a:cubicBezTo>
                  <a:pt x="21181" y="12068"/>
                  <a:pt x="21204" y="12029"/>
                  <a:pt x="21243" y="12006"/>
                </a:cubicBezTo>
                <a:cubicBezTo>
                  <a:pt x="21334" y="11951"/>
                  <a:pt x="21358" y="11930"/>
                  <a:pt x="21430" y="11862"/>
                </a:cubicBezTo>
                <a:cubicBezTo>
                  <a:pt x="21431" y="11683"/>
                  <a:pt x="21194" y="11716"/>
                  <a:pt x="21048" y="11654"/>
                </a:cubicBezTo>
                <a:cubicBezTo>
                  <a:pt x="21015" y="11640"/>
                  <a:pt x="21000" y="11610"/>
                  <a:pt x="20974" y="11590"/>
                </a:cubicBezTo>
                <a:cubicBezTo>
                  <a:pt x="20974" y="11572"/>
                  <a:pt x="20974" y="11555"/>
                  <a:pt x="20974" y="11537"/>
                </a:cubicBezTo>
                <a:cubicBezTo>
                  <a:pt x="21002" y="11514"/>
                  <a:pt x="21021" y="11484"/>
                  <a:pt x="21057" y="11466"/>
                </a:cubicBezTo>
                <a:cubicBezTo>
                  <a:pt x="21168" y="11413"/>
                  <a:pt x="21322" y="11415"/>
                  <a:pt x="21423" y="11356"/>
                </a:cubicBezTo>
                <a:cubicBezTo>
                  <a:pt x="21495" y="11315"/>
                  <a:pt x="21574" y="11174"/>
                  <a:pt x="21504" y="11083"/>
                </a:cubicBezTo>
                <a:cubicBezTo>
                  <a:pt x="21448" y="11009"/>
                  <a:pt x="21318" y="10959"/>
                  <a:pt x="21203" y="10934"/>
                </a:cubicBezTo>
                <a:cubicBezTo>
                  <a:pt x="20983" y="10886"/>
                  <a:pt x="20840" y="11005"/>
                  <a:pt x="20690" y="11044"/>
                </a:cubicBezTo>
                <a:cubicBezTo>
                  <a:pt x="20593" y="11057"/>
                  <a:pt x="20496" y="11070"/>
                  <a:pt x="20398" y="11083"/>
                </a:cubicBezTo>
                <a:cubicBezTo>
                  <a:pt x="20326" y="11101"/>
                  <a:pt x="20194" y="11158"/>
                  <a:pt x="20089" y="11121"/>
                </a:cubicBezTo>
                <a:cubicBezTo>
                  <a:pt x="20051" y="11108"/>
                  <a:pt x="20039" y="11075"/>
                  <a:pt x="20015" y="11050"/>
                </a:cubicBezTo>
                <a:cubicBezTo>
                  <a:pt x="20022" y="10894"/>
                  <a:pt x="20237" y="10890"/>
                  <a:pt x="20332" y="10804"/>
                </a:cubicBezTo>
                <a:cubicBezTo>
                  <a:pt x="20396" y="10746"/>
                  <a:pt x="20378" y="10623"/>
                  <a:pt x="20430" y="10557"/>
                </a:cubicBezTo>
                <a:cubicBezTo>
                  <a:pt x="20491" y="10479"/>
                  <a:pt x="20614" y="10442"/>
                  <a:pt x="20682" y="10369"/>
                </a:cubicBezTo>
                <a:cubicBezTo>
                  <a:pt x="20800" y="10242"/>
                  <a:pt x="20905" y="9931"/>
                  <a:pt x="20756" y="9765"/>
                </a:cubicBezTo>
                <a:cubicBezTo>
                  <a:pt x="20696" y="9699"/>
                  <a:pt x="20530" y="9623"/>
                  <a:pt x="20356" y="9654"/>
                </a:cubicBezTo>
                <a:cubicBezTo>
                  <a:pt x="20278" y="9668"/>
                  <a:pt x="20170" y="9709"/>
                  <a:pt x="20063" y="9688"/>
                </a:cubicBezTo>
                <a:cubicBezTo>
                  <a:pt x="19964" y="9668"/>
                  <a:pt x="19869" y="9604"/>
                  <a:pt x="19820" y="9544"/>
                </a:cubicBezTo>
                <a:cubicBezTo>
                  <a:pt x="19804" y="9524"/>
                  <a:pt x="19805" y="9498"/>
                  <a:pt x="19788" y="9480"/>
                </a:cubicBezTo>
                <a:cubicBezTo>
                  <a:pt x="19802" y="9355"/>
                  <a:pt x="19965" y="9347"/>
                  <a:pt x="20063" y="9290"/>
                </a:cubicBezTo>
                <a:cubicBezTo>
                  <a:pt x="20154" y="9238"/>
                  <a:pt x="20162" y="9145"/>
                  <a:pt x="20210" y="9057"/>
                </a:cubicBezTo>
                <a:cubicBezTo>
                  <a:pt x="20248" y="8987"/>
                  <a:pt x="20323" y="8927"/>
                  <a:pt x="20349" y="8849"/>
                </a:cubicBezTo>
                <a:cubicBezTo>
                  <a:pt x="20367" y="8796"/>
                  <a:pt x="20338" y="8733"/>
                  <a:pt x="20315" y="8707"/>
                </a:cubicBezTo>
                <a:cubicBezTo>
                  <a:pt x="20282" y="8669"/>
                  <a:pt x="20121" y="8573"/>
                  <a:pt x="20023" y="8590"/>
                </a:cubicBezTo>
                <a:cubicBezTo>
                  <a:pt x="19929" y="8607"/>
                  <a:pt x="19800" y="8655"/>
                  <a:pt x="19682" y="8616"/>
                </a:cubicBezTo>
                <a:cubicBezTo>
                  <a:pt x="19551" y="8572"/>
                  <a:pt x="19540" y="8435"/>
                  <a:pt x="19396" y="8408"/>
                </a:cubicBezTo>
                <a:cubicBezTo>
                  <a:pt x="19339" y="8397"/>
                  <a:pt x="19267" y="8425"/>
                  <a:pt x="19227" y="8435"/>
                </a:cubicBezTo>
                <a:cubicBezTo>
                  <a:pt x="19110" y="8463"/>
                  <a:pt x="18998" y="8489"/>
                  <a:pt x="18884" y="8513"/>
                </a:cubicBezTo>
                <a:cubicBezTo>
                  <a:pt x="18798" y="8530"/>
                  <a:pt x="18647" y="8510"/>
                  <a:pt x="18680" y="8421"/>
                </a:cubicBezTo>
                <a:cubicBezTo>
                  <a:pt x="18716" y="8326"/>
                  <a:pt x="18917" y="8321"/>
                  <a:pt x="19015" y="8272"/>
                </a:cubicBezTo>
                <a:cubicBezTo>
                  <a:pt x="19101" y="8230"/>
                  <a:pt x="19177" y="8169"/>
                  <a:pt x="19276" y="8136"/>
                </a:cubicBezTo>
                <a:cubicBezTo>
                  <a:pt x="19349" y="8123"/>
                  <a:pt x="19421" y="8110"/>
                  <a:pt x="19494" y="8097"/>
                </a:cubicBezTo>
                <a:cubicBezTo>
                  <a:pt x="19560" y="8069"/>
                  <a:pt x="19588" y="7998"/>
                  <a:pt x="19648" y="7966"/>
                </a:cubicBezTo>
                <a:cubicBezTo>
                  <a:pt x="19707" y="7935"/>
                  <a:pt x="19811" y="7945"/>
                  <a:pt x="19869" y="7914"/>
                </a:cubicBezTo>
                <a:cubicBezTo>
                  <a:pt x="19919" y="7887"/>
                  <a:pt x="19939" y="7825"/>
                  <a:pt x="19974" y="7786"/>
                </a:cubicBezTo>
                <a:cubicBezTo>
                  <a:pt x="20058" y="7694"/>
                  <a:pt x="20177" y="7675"/>
                  <a:pt x="20178" y="7512"/>
                </a:cubicBezTo>
                <a:cubicBezTo>
                  <a:pt x="20145" y="7485"/>
                  <a:pt x="20127" y="7450"/>
                  <a:pt x="20080" y="7434"/>
                </a:cubicBezTo>
                <a:cubicBezTo>
                  <a:pt x="19906" y="7374"/>
                  <a:pt x="19754" y="7417"/>
                  <a:pt x="19771" y="7214"/>
                </a:cubicBezTo>
                <a:cubicBezTo>
                  <a:pt x="19797" y="7193"/>
                  <a:pt x="19815" y="7158"/>
                  <a:pt x="19845" y="7141"/>
                </a:cubicBezTo>
                <a:cubicBezTo>
                  <a:pt x="19901" y="7111"/>
                  <a:pt x="19996" y="7097"/>
                  <a:pt x="20055" y="7070"/>
                </a:cubicBezTo>
                <a:cubicBezTo>
                  <a:pt x="20096" y="6931"/>
                  <a:pt x="19905" y="6922"/>
                  <a:pt x="19797" y="6862"/>
                </a:cubicBezTo>
                <a:cubicBezTo>
                  <a:pt x="19769" y="6847"/>
                  <a:pt x="19755" y="6817"/>
                  <a:pt x="19731" y="6798"/>
                </a:cubicBezTo>
                <a:cubicBezTo>
                  <a:pt x="19732" y="6640"/>
                  <a:pt x="19875" y="6495"/>
                  <a:pt x="20000" y="6435"/>
                </a:cubicBezTo>
                <a:cubicBezTo>
                  <a:pt x="20065" y="6403"/>
                  <a:pt x="20143" y="6397"/>
                  <a:pt x="20203" y="6364"/>
                </a:cubicBezTo>
                <a:cubicBezTo>
                  <a:pt x="20250" y="6338"/>
                  <a:pt x="20345" y="6239"/>
                  <a:pt x="20284" y="6174"/>
                </a:cubicBezTo>
                <a:cubicBezTo>
                  <a:pt x="20236" y="6070"/>
                  <a:pt x="20002" y="6150"/>
                  <a:pt x="19894" y="6096"/>
                </a:cubicBezTo>
                <a:cubicBezTo>
                  <a:pt x="19759" y="6029"/>
                  <a:pt x="19842" y="5898"/>
                  <a:pt x="19763" y="5804"/>
                </a:cubicBezTo>
                <a:cubicBezTo>
                  <a:pt x="19685" y="5712"/>
                  <a:pt x="19435" y="5747"/>
                  <a:pt x="19348" y="5662"/>
                </a:cubicBezTo>
                <a:cubicBezTo>
                  <a:pt x="19286" y="5601"/>
                  <a:pt x="19328" y="5473"/>
                  <a:pt x="19324" y="5376"/>
                </a:cubicBezTo>
                <a:cubicBezTo>
                  <a:pt x="19322" y="5322"/>
                  <a:pt x="19289" y="5260"/>
                  <a:pt x="19333" y="5221"/>
                </a:cubicBezTo>
                <a:cubicBezTo>
                  <a:pt x="19369" y="5147"/>
                  <a:pt x="19504" y="5176"/>
                  <a:pt x="19608" y="5155"/>
                </a:cubicBezTo>
                <a:cubicBezTo>
                  <a:pt x="19732" y="5129"/>
                  <a:pt x="19829" y="5087"/>
                  <a:pt x="19886" y="5006"/>
                </a:cubicBezTo>
                <a:cubicBezTo>
                  <a:pt x="19908" y="4973"/>
                  <a:pt x="19942" y="4888"/>
                  <a:pt x="19900" y="4844"/>
                </a:cubicBezTo>
                <a:cubicBezTo>
                  <a:pt x="19856" y="4743"/>
                  <a:pt x="19645" y="4794"/>
                  <a:pt x="19600" y="4661"/>
                </a:cubicBezTo>
                <a:cubicBezTo>
                  <a:pt x="19559" y="4540"/>
                  <a:pt x="19793" y="4409"/>
                  <a:pt x="19706" y="4220"/>
                </a:cubicBezTo>
                <a:cubicBezTo>
                  <a:pt x="19669" y="4140"/>
                  <a:pt x="19571" y="4119"/>
                  <a:pt x="19494" y="4071"/>
                </a:cubicBezTo>
                <a:cubicBezTo>
                  <a:pt x="19311" y="4076"/>
                  <a:pt x="19342" y="4233"/>
                  <a:pt x="19178" y="4259"/>
                </a:cubicBezTo>
                <a:cubicBezTo>
                  <a:pt x="19016" y="4284"/>
                  <a:pt x="18946" y="4083"/>
                  <a:pt x="18812" y="4057"/>
                </a:cubicBezTo>
                <a:cubicBezTo>
                  <a:pt x="18693" y="4034"/>
                  <a:pt x="18536" y="4154"/>
                  <a:pt x="18428" y="4078"/>
                </a:cubicBezTo>
                <a:cubicBezTo>
                  <a:pt x="18300" y="4042"/>
                  <a:pt x="18371" y="3914"/>
                  <a:pt x="18331" y="3806"/>
                </a:cubicBezTo>
                <a:cubicBezTo>
                  <a:pt x="18320" y="3777"/>
                  <a:pt x="18291" y="3756"/>
                  <a:pt x="18274" y="3733"/>
                </a:cubicBezTo>
                <a:cubicBezTo>
                  <a:pt x="18073" y="3697"/>
                  <a:pt x="17900" y="3831"/>
                  <a:pt x="17818" y="3934"/>
                </a:cubicBezTo>
                <a:cubicBezTo>
                  <a:pt x="17747" y="4025"/>
                  <a:pt x="17715" y="4124"/>
                  <a:pt x="17543" y="4117"/>
                </a:cubicBezTo>
                <a:cubicBezTo>
                  <a:pt x="17504" y="4086"/>
                  <a:pt x="17455" y="4066"/>
                  <a:pt x="17429" y="4025"/>
                </a:cubicBezTo>
                <a:cubicBezTo>
                  <a:pt x="17175" y="3638"/>
                  <a:pt x="17816" y="3597"/>
                  <a:pt x="17950" y="3363"/>
                </a:cubicBezTo>
                <a:cubicBezTo>
                  <a:pt x="18043" y="3198"/>
                  <a:pt x="17875" y="3120"/>
                  <a:pt x="17844" y="2999"/>
                </a:cubicBezTo>
                <a:cubicBezTo>
                  <a:pt x="17832" y="2953"/>
                  <a:pt x="17869" y="2904"/>
                  <a:pt x="17884" y="2876"/>
                </a:cubicBezTo>
                <a:cubicBezTo>
                  <a:pt x="17926" y="2796"/>
                  <a:pt x="17963" y="2687"/>
                  <a:pt x="17909" y="2603"/>
                </a:cubicBezTo>
                <a:cubicBezTo>
                  <a:pt x="17892" y="2575"/>
                  <a:pt x="17877" y="2547"/>
                  <a:pt x="17844" y="2532"/>
                </a:cubicBezTo>
                <a:cubicBezTo>
                  <a:pt x="17709" y="2474"/>
                  <a:pt x="17609" y="2576"/>
                  <a:pt x="17552" y="2624"/>
                </a:cubicBezTo>
                <a:cubicBezTo>
                  <a:pt x="17512" y="2657"/>
                  <a:pt x="17458" y="2687"/>
                  <a:pt x="17397" y="2701"/>
                </a:cubicBezTo>
                <a:cubicBezTo>
                  <a:pt x="17350" y="2713"/>
                  <a:pt x="17317" y="2708"/>
                  <a:pt x="17283" y="2727"/>
                </a:cubicBezTo>
                <a:cubicBezTo>
                  <a:pt x="17212" y="2767"/>
                  <a:pt x="17207" y="2853"/>
                  <a:pt x="17111" y="2876"/>
                </a:cubicBezTo>
                <a:cubicBezTo>
                  <a:pt x="17078" y="2894"/>
                  <a:pt x="17010" y="2890"/>
                  <a:pt x="16973" y="2876"/>
                </a:cubicBezTo>
                <a:cubicBezTo>
                  <a:pt x="16909" y="2850"/>
                  <a:pt x="16868" y="2791"/>
                  <a:pt x="16795" y="2772"/>
                </a:cubicBezTo>
                <a:cubicBezTo>
                  <a:pt x="16728" y="2770"/>
                  <a:pt x="16660" y="2768"/>
                  <a:pt x="16592" y="2766"/>
                </a:cubicBezTo>
                <a:cubicBezTo>
                  <a:pt x="16545" y="2756"/>
                  <a:pt x="16513" y="2732"/>
                  <a:pt x="16478" y="2713"/>
                </a:cubicBezTo>
                <a:cubicBezTo>
                  <a:pt x="16451" y="2618"/>
                  <a:pt x="16475" y="2530"/>
                  <a:pt x="16526" y="2461"/>
                </a:cubicBezTo>
                <a:cubicBezTo>
                  <a:pt x="16559" y="2418"/>
                  <a:pt x="16625" y="2348"/>
                  <a:pt x="16584" y="2267"/>
                </a:cubicBezTo>
                <a:cubicBezTo>
                  <a:pt x="16547" y="2194"/>
                  <a:pt x="16449" y="2144"/>
                  <a:pt x="16346" y="2123"/>
                </a:cubicBezTo>
                <a:cubicBezTo>
                  <a:pt x="16283" y="2110"/>
                  <a:pt x="16232" y="2121"/>
                  <a:pt x="16185" y="2098"/>
                </a:cubicBezTo>
                <a:cubicBezTo>
                  <a:pt x="16118" y="2065"/>
                  <a:pt x="16116" y="2001"/>
                  <a:pt x="16080" y="1942"/>
                </a:cubicBezTo>
                <a:cubicBezTo>
                  <a:pt x="16012" y="1834"/>
                  <a:pt x="15839" y="1731"/>
                  <a:pt x="15982" y="1584"/>
                </a:cubicBezTo>
                <a:cubicBezTo>
                  <a:pt x="16067" y="1497"/>
                  <a:pt x="16221" y="1541"/>
                  <a:pt x="16315" y="1488"/>
                </a:cubicBezTo>
                <a:cubicBezTo>
                  <a:pt x="16329" y="1479"/>
                  <a:pt x="16334" y="1459"/>
                  <a:pt x="16346" y="1449"/>
                </a:cubicBezTo>
                <a:cubicBezTo>
                  <a:pt x="16345" y="1308"/>
                  <a:pt x="16182" y="1228"/>
                  <a:pt x="16071" y="1170"/>
                </a:cubicBezTo>
                <a:cubicBezTo>
                  <a:pt x="16035" y="1151"/>
                  <a:pt x="15973" y="1108"/>
                  <a:pt x="15900" y="1124"/>
                </a:cubicBezTo>
                <a:cubicBezTo>
                  <a:pt x="15810" y="1143"/>
                  <a:pt x="15768" y="1215"/>
                  <a:pt x="15679" y="1234"/>
                </a:cubicBezTo>
                <a:cubicBezTo>
                  <a:pt x="15543" y="1263"/>
                  <a:pt x="15377" y="1155"/>
                  <a:pt x="15224" y="1156"/>
                </a:cubicBezTo>
                <a:cubicBezTo>
                  <a:pt x="15203" y="1173"/>
                  <a:pt x="15170" y="1182"/>
                  <a:pt x="15152" y="1202"/>
                </a:cubicBezTo>
                <a:cubicBezTo>
                  <a:pt x="15113" y="1245"/>
                  <a:pt x="15093" y="1302"/>
                  <a:pt x="15038" y="1332"/>
                </a:cubicBezTo>
                <a:cubicBezTo>
                  <a:pt x="15005" y="1349"/>
                  <a:pt x="14944" y="1355"/>
                  <a:pt x="14900" y="1344"/>
                </a:cubicBezTo>
                <a:cubicBezTo>
                  <a:pt x="14721" y="1297"/>
                  <a:pt x="14723" y="1134"/>
                  <a:pt x="14786" y="994"/>
                </a:cubicBezTo>
                <a:cubicBezTo>
                  <a:pt x="14798" y="967"/>
                  <a:pt x="14816" y="916"/>
                  <a:pt x="14802" y="877"/>
                </a:cubicBezTo>
                <a:cubicBezTo>
                  <a:pt x="14781" y="815"/>
                  <a:pt x="14716" y="751"/>
                  <a:pt x="14680" y="695"/>
                </a:cubicBezTo>
                <a:cubicBezTo>
                  <a:pt x="14616" y="597"/>
                  <a:pt x="14568" y="511"/>
                  <a:pt x="14445" y="461"/>
                </a:cubicBezTo>
                <a:cubicBezTo>
                  <a:pt x="14405" y="446"/>
                  <a:pt x="14318" y="428"/>
                  <a:pt x="14273" y="454"/>
                </a:cubicBezTo>
                <a:cubicBezTo>
                  <a:pt x="14150" y="490"/>
                  <a:pt x="14245" y="677"/>
                  <a:pt x="14087" y="715"/>
                </a:cubicBezTo>
                <a:cubicBezTo>
                  <a:pt x="14039" y="740"/>
                  <a:pt x="13955" y="721"/>
                  <a:pt x="13915" y="701"/>
                </a:cubicBezTo>
                <a:cubicBezTo>
                  <a:pt x="13864" y="676"/>
                  <a:pt x="13828" y="629"/>
                  <a:pt x="13777" y="603"/>
                </a:cubicBezTo>
                <a:cubicBezTo>
                  <a:pt x="13583" y="506"/>
                  <a:pt x="13180" y="500"/>
                  <a:pt x="13199" y="740"/>
                </a:cubicBezTo>
                <a:cubicBezTo>
                  <a:pt x="13212" y="750"/>
                  <a:pt x="13220" y="770"/>
                  <a:pt x="13233" y="779"/>
                </a:cubicBezTo>
                <a:cubicBezTo>
                  <a:pt x="13274" y="806"/>
                  <a:pt x="13333" y="809"/>
                  <a:pt x="13379" y="831"/>
                </a:cubicBezTo>
                <a:cubicBezTo>
                  <a:pt x="13410" y="847"/>
                  <a:pt x="13429" y="873"/>
                  <a:pt x="13460" y="889"/>
                </a:cubicBezTo>
                <a:cubicBezTo>
                  <a:pt x="13473" y="933"/>
                  <a:pt x="13480" y="958"/>
                  <a:pt x="13477" y="1007"/>
                </a:cubicBezTo>
                <a:cubicBezTo>
                  <a:pt x="13434" y="1043"/>
                  <a:pt x="13412" y="1080"/>
                  <a:pt x="13345" y="1097"/>
                </a:cubicBezTo>
                <a:cubicBezTo>
                  <a:pt x="13281" y="1113"/>
                  <a:pt x="13191" y="1095"/>
                  <a:pt x="13136" y="1117"/>
                </a:cubicBezTo>
                <a:cubicBezTo>
                  <a:pt x="13114" y="1135"/>
                  <a:pt x="13092" y="1152"/>
                  <a:pt x="13070" y="1170"/>
                </a:cubicBezTo>
                <a:cubicBezTo>
                  <a:pt x="13047" y="1183"/>
                  <a:pt x="13018" y="1188"/>
                  <a:pt x="12996" y="1202"/>
                </a:cubicBezTo>
                <a:cubicBezTo>
                  <a:pt x="12787" y="1196"/>
                  <a:pt x="12751" y="1051"/>
                  <a:pt x="12526" y="1065"/>
                </a:cubicBezTo>
                <a:cubicBezTo>
                  <a:pt x="12507" y="1076"/>
                  <a:pt x="12487" y="1086"/>
                  <a:pt x="12468" y="1097"/>
                </a:cubicBezTo>
                <a:cubicBezTo>
                  <a:pt x="12416" y="1158"/>
                  <a:pt x="12434" y="1275"/>
                  <a:pt x="12377" y="1337"/>
                </a:cubicBezTo>
                <a:cubicBezTo>
                  <a:pt x="12349" y="1368"/>
                  <a:pt x="12267" y="1407"/>
                  <a:pt x="12183" y="1389"/>
                </a:cubicBezTo>
                <a:cubicBezTo>
                  <a:pt x="12147" y="1382"/>
                  <a:pt x="12104" y="1351"/>
                  <a:pt x="12045" y="1364"/>
                </a:cubicBezTo>
                <a:cubicBezTo>
                  <a:pt x="11986" y="1377"/>
                  <a:pt x="11955" y="1430"/>
                  <a:pt x="11899" y="1449"/>
                </a:cubicBezTo>
                <a:cubicBezTo>
                  <a:pt x="11796" y="1482"/>
                  <a:pt x="11667" y="1415"/>
                  <a:pt x="11630" y="1371"/>
                </a:cubicBezTo>
                <a:cubicBezTo>
                  <a:pt x="11494" y="1210"/>
                  <a:pt x="11773" y="1107"/>
                  <a:pt x="11736" y="962"/>
                </a:cubicBezTo>
                <a:cubicBezTo>
                  <a:pt x="11722" y="907"/>
                  <a:pt x="11689" y="885"/>
                  <a:pt x="11655" y="850"/>
                </a:cubicBezTo>
                <a:cubicBezTo>
                  <a:pt x="11429" y="841"/>
                  <a:pt x="11409" y="1030"/>
                  <a:pt x="11143" y="1019"/>
                </a:cubicBezTo>
                <a:cubicBezTo>
                  <a:pt x="11101" y="988"/>
                  <a:pt x="11051" y="976"/>
                  <a:pt x="11028" y="928"/>
                </a:cubicBezTo>
                <a:cubicBezTo>
                  <a:pt x="11010" y="890"/>
                  <a:pt x="11038" y="836"/>
                  <a:pt x="11020" y="793"/>
                </a:cubicBezTo>
                <a:cubicBezTo>
                  <a:pt x="11012" y="773"/>
                  <a:pt x="10984" y="757"/>
                  <a:pt x="10971" y="740"/>
                </a:cubicBezTo>
                <a:cubicBezTo>
                  <a:pt x="10582" y="661"/>
                  <a:pt x="10663" y="935"/>
                  <a:pt x="10427" y="1012"/>
                </a:cubicBezTo>
                <a:cubicBezTo>
                  <a:pt x="10354" y="1036"/>
                  <a:pt x="10272" y="1017"/>
                  <a:pt x="10183" y="1033"/>
                </a:cubicBezTo>
                <a:cubicBezTo>
                  <a:pt x="10082" y="1050"/>
                  <a:pt x="9895" y="1094"/>
                  <a:pt x="9800" y="1046"/>
                </a:cubicBezTo>
                <a:cubicBezTo>
                  <a:pt x="9719" y="1006"/>
                  <a:pt x="9715" y="891"/>
                  <a:pt x="9630" y="857"/>
                </a:cubicBezTo>
                <a:cubicBezTo>
                  <a:pt x="9563" y="853"/>
                  <a:pt x="9495" y="849"/>
                  <a:pt x="9427" y="845"/>
                </a:cubicBezTo>
                <a:cubicBezTo>
                  <a:pt x="9377" y="834"/>
                  <a:pt x="9351" y="800"/>
                  <a:pt x="9313" y="779"/>
                </a:cubicBezTo>
                <a:cubicBezTo>
                  <a:pt x="9306" y="752"/>
                  <a:pt x="9282" y="710"/>
                  <a:pt x="9296" y="669"/>
                </a:cubicBezTo>
                <a:cubicBezTo>
                  <a:pt x="9306" y="639"/>
                  <a:pt x="9340" y="607"/>
                  <a:pt x="9353" y="578"/>
                </a:cubicBezTo>
                <a:cubicBezTo>
                  <a:pt x="9388" y="500"/>
                  <a:pt x="9324" y="409"/>
                  <a:pt x="9256" y="390"/>
                </a:cubicBezTo>
                <a:cubicBezTo>
                  <a:pt x="9145" y="337"/>
                  <a:pt x="9007" y="506"/>
                  <a:pt x="8881" y="429"/>
                </a:cubicBezTo>
                <a:cubicBezTo>
                  <a:pt x="8823" y="412"/>
                  <a:pt x="8763" y="343"/>
                  <a:pt x="8783" y="267"/>
                </a:cubicBezTo>
                <a:cubicBezTo>
                  <a:pt x="8790" y="241"/>
                  <a:pt x="8811" y="197"/>
                  <a:pt x="8800" y="162"/>
                </a:cubicBezTo>
                <a:cubicBezTo>
                  <a:pt x="8767" y="52"/>
                  <a:pt x="8635" y="-1"/>
                  <a:pt x="8459" y="0"/>
                </a:cubicBezTo>
                <a:close/>
                <a:moveTo>
                  <a:pt x="9783" y="16089"/>
                </a:moveTo>
                <a:cubicBezTo>
                  <a:pt x="9851" y="16101"/>
                  <a:pt x="9914" y="16135"/>
                  <a:pt x="9976" y="16175"/>
                </a:cubicBezTo>
                <a:cubicBezTo>
                  <a:pt x="9976" y="16474"/>
                  <a:pt x="9976" y="16799"/>
                  <a:pt x="9976" y="17097"/>
                </a:cubicBezTo>
                <a:cubicBezTo>
                  <a:pt x="9976" y="17096"/>
                  <a:pt x="9882" y="17286"/>
                  <a:pt x="9671" y="17127"/>
                </a:cubicBezTo>
                <a:cubicBezTo>
                  <a:pt x="9541" y="17029"/>
                  <a:pt x="8872" y="16498"/>
                  <a:pt x="8804" y="16444"/>
                </a:cubicBezTo>
                <a:cubicBezTo>
                  <a:pt x="8867" y="16377"/>
                  <a:pt x="8923" y="16299"/>
                  <a:pt x="9020" y="16270"/>
                </a:cubicBezTo>
                <a:cubicBezTo>
                  <a:pt x="9144" y="16233"/>
                  <a:pt x="9233" y="16324"/>
                  <a:pt x="9361" y="16297"/>
                </a:cubicBezTo>
                <a:cubicBezTo>
                  <a:pt x="9503" y="16267"/>
                  <a:pt x="9621" y="16059"/>
                  <a:pt x="9783" y="16089"/>
                </a:cubicBezTo>
                <a:close/>
                <a:moveTo>
                  <a:pt x="12111" y="16270"/>
                </a:moveTo>
                <a:cubicBezTo>
                  <a:pt x="12207" y="16287"/>
                  <a:pt x="12265" y="16333"/>
                  <a:pt x="12337" y="16368"/>
                </a:cubicBezTo>
                <a:cubicBezTo>
                  <a:pt x="12474" y="16434"/>
                  <a:pt x="12782" y="16524"/>
                  <a:pt x="13025" y="16479"/>
                </a:cubicBezTo>
                <a:lnTo>
                  <a:pt x="11863" y="17379"/>
                </a:lnTo>
                <a:cubicBezTo>
                  <a:pt x="11863" y="17379"/>
                  <a:pt x="11551" y="17522"/>
                  <a:pt x="11551" y="17276"/>
                </a:cubicBezTo>
                <a:cubicBezTo>
                  <a:pt x="11551" y="16969"/>
                  <a:pt x="11551" y="16667"/>
                  <a:pt x="11551" y="16388"/>
                </a:cubicBezTo>
                <a:cubicBezTo>
                  <a:pt x="11678" y="16360"/>
                  <a:pt x="11794" y="16339"/>
                  <a:pt x="11916" y="16304"/>
                </a:cubicBezTo>
                <a:cubicBezTo>
                  <a:pt x="11961" y="16290"/>
                  <a:pt x="12043" y="16258"/>
                  <a:pt x="12111" y="1627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6500275" y="4856593"/>
            <a:ext cx="481441" cy="591641"/>
          </a:xfrm>
          <a:custGeom>
            <a:rect b="b" l="l" r="r" t="t"/>
            <a:pathLst>
              <a:path extrusionOk="0" h="21575" w="21600">
                <a:moveTo>
                  <a:pt x="19748" y="3"/>
                </a:moveTo>
                <a:cubicBezTo>
                  <a:pt x="19500" y="-25"/>
                  <a:pt x="19269" y="113"/>
                  <a:pt x="19228" y="313"/>
                </a:cubicBezTo>
                <a:lnTo>
                  <a:pt x="17274" y="9415"/>
                </a:lnTo>
                <a:cubicBezTo>
                  <a:pt x="17210" y="9715"/>
                  <a:pt x="17210" y="10021"/>
                  <a:pt x="17276" y="10321"/>
                </a:cubicBezTo>
                <a:lnTo>
                  <a:pt x="17770" y="12234"/>
                </a:lnTo>
                <a:lnTo>
                  <a:pt x="3899" y="11477"/>
                </a:lnTo>
                <a:cubicBezTo>
                  <a:pt x="3299" y="11448"/>
                  <a:pt x="2762" y="11777"/>
                  <a:pt x="2634" y="12254"/>
                </a:cubicBezTo>
                <a:lnTo>
                  <a:pt x="0" y="21575"/>
                </a:lnTo>
                <a:lnTo>
                  <a:pt x="1501" y="21575"/>
                </a:lnTo>
                <a:lnTo>
                  <a:pt x="3905" y="14727"/>
                </a:lnTo>
                <a:cubicBezTo>
                  <a:pt x="4178" y="14061"/>
                  <a:pt x="4985" y="13637"/>
                  <a:pt x="5896" y="13682"/>
                </a:cubicBezTo>
                <a:lnTo>
                  <a:pt x="16629" y="14206"/>
                </a:lnTo>
                <a:cubicBezTo>
                  <a:pt x="17536" y="14250"/>
                  <a:pt x="18294" y="14752"/>
                  <a:pt x="18500" y="15443"/>
                </a:cubicBezTo>
                <a:lnTo>
                  <a:pt x="20287" y="21575"/>
                </a:lnTo>
                <a:lnTo>
                  <a:pt x="21600" y="21575"/>
                </a:lnTo>
                <a:lnTo>
                  <a:pt x="21165" y="19444"/>
                </a:lnTo>
                <a:lnTo>
                  <a:pt x="19771" y="12633"/>
                </a:lnTo>
                <a:lnTo>
                  <a:pt x="19711" y="12340"/>
                </a:lnTo>
                <a:lnTo>
                  <a:pt x="19265" y="10167"/>
                </a:lnTo>
                <a:cubicBezTo>
                  <a:pt x="19222" y="9957"/>
                  <a:pt x="19223" y="9742"/>
                  <a:pt x="19267" y="9532"/>
                </a:cubicBezTo>
                <a:lnTo>
                  <a:pt x="21144" y="521"/>
                </a:lnTo>
                <a:cubicBezTo>
                  <a:pt x="21187" y="312"/>
                  <a:pt x="21010" y="115"/>
                  <a:pt x="20752" y="86"/>
                </a:cubicBezTo>
                <a:lnTo>
                  <a:pt x="19748" y="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"/>
          <p:cNvSpPr/>
          <p:nvPr/>
        </p:nvSpPr>
        <p:spPr>
          <a:xfrm>
            <a:off x="1544519" y="1534032"/>
            <a:ext cx="5487226" cy="6431320"/>
          </a:xfrm>
          <a:custGeom>
            <a:rect b="b" l="l" r="r" t="t"/>
            <a:pathLst>
              <a:path extrusionOk="0" h="21502" w="20400">
                <a:moveTo>
                  <a:pt x="7928" y="4"/>
                </a:moveTo>
                <a:cubicBezTo>
                  <a:pt x="6343" y="54"/>
                  <a:pt x="4758" y="513"/>
                  <a:pt x="3383" y="1414"/>
                </a:cubicBezTo>
                <a:cubicBezTo>
                  <a:pt x="-286" y="3816"/>
                  <a:pt x="-1098" y="8454"/>
                  <a:pt x="1573" y="11753"/>
                </a:cubicBezTo>
                <a:cubicBezTo>
                  <a:pt x="3866" y="14587"/>
                  <a:pt x="8102" y="15587"/>
                  <a:pt x="11645" y="14130"/>
                </a:cubicBezTo>
                <a:lnTo>
                  <a:pt x="11895" y="14028"/>
                </a:lnTo>
                <a:lnTo>
                  <a:pt x="12039" y="14238"/>
                </a:lnTo>
                <a:cubicBezTo>
                  <a:pt x="12051" y="14256"/>
                  <a:pt x="12060" y="14269"/>
                  <a:pt x="12071" y="14282"/>
                </a:cubicBezTo>
                <a:lnTo>
                  <a:pt x="17686" y="21218"/>
                </a:lnTo>
                <a:cubicBezTo>
                  <a:pt x="17806" y="21366"/>
                  <a:pt x="17984" y="21464"/>
                  <a:pt x="18188" y="21493"/>
                </a:cubicBezTo>
                <a:cubicBezTo>
                  <a:pt x="18392" y="21522"/>
                  <a:pt x="18597" y="21479"/>
                  <a:pt x="18762" y="21371"/>
                </a:cubicBezTo>
                <a:lnTo>
                  <a:pt x="20082" y="20505"/>
                </a:lnTo>
                <a:cubicBezTo>
                  <a:pt x="20425" y="20281"/>
                  <a:pt x="20502" y="19847"/>
                  <a:pt x="20252" y="19538"/>
                </a:cubicBezTo>
                <a:lnTo>
                  <a:pt x="14637" y="12602"/>
                </a:lnTo>
                <a:cubicBezTo>
                  <a:pt x="14613" y="12572"/>
                  <a:pt x="14586" y="12546"/>
                  <a:pt x="14559" y="12521"/>
                </a:cubicBezTo>
                <a:lnTo>
                  <a:pt x="14359" y="12340"/>
                </a:lnTo>
                <a:lnTo>
                  <a:pt x="14540" y="12143"/>
                </a:lnTo>
                <a:cubicBezTo>
                  <a:pt x="16964" y="9533"/>
                  <a:pt x="17103" y="5790"/>
                  <a:pt x="14878" y="3042"/>
                </a:cubicBezTo>
                <a:cubicBezTo>
                  <a:pt x="13209" y="980"/>
                  <a:pt x="10569" y="-78"/>
                  <a:pt x="7928" y="4"/>
                </a:cubicBezTo>
                <a:close/>
                <a:moveTo>
                  <a:pt x="7952" y="1548"/>
                </a:moveTo>
                <a:cubicBezTo>
                  <a:pt x="8377" y="1533"/>
                  <a:pt x="8807" y="1556"/>
                  <a:pt x="9237" y="1617"/>
                </a:cubicBezTo>
                <a:cubicBezTo>
                  <a:pt x="10956" y="1861"/>
                  <a:pt x="12466" y="2690"/>
                  <a:pt x="13488" y="3952"/>
                </a:cubicBezTo>
                <a:cubicBezTo>
                  <a:pt x="15601" y="6562"/>
                  <a:pt x="14959" y="10231"/>
                  <a:pt x="12058" y="12131"/>
                </a:cubicBezTo>
                <a:cubicBezTo>
                  <a:pt x="10904" y="12887"/>
                  <a:pt x="9563" y="13250"/>
                  <a:pt x="8234" y="13250"/>
                </a:cubicBezTo>
                <a:cubicBezTo>
                  <a:pt x="6221" y="13250"/>
                  <a:pt x="4235" y="12415"/>
                  <a:pt x="2963" y="10843"/>
                </a:cubicBezTo>
                <a:cubicBezTo>
                  <a:pt x="850" y="8233"/>
                  <a:pt x="1491" y="4565"/>
                  <a:pt x="4393" y="2665"/>
                </a:cubicBezTo>
                <a:cubicBezTo>
                  <a:pt x="5446" y="1976"/>
                  <a:pt x="6677" y="1593"/>
                  <a:pt x="7952" y="1548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7575156" y="1956015"/>
            <a:ext cx="3289580" cy="438154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2342"/>
                </a:lnTo>
                <a:lnTo>
                  <a:pt x="18478" y="0"/>
                </a:lnTo>
                <a:lnTo>
                  <a:pt x="0" y="0"/>
                </a:lnTo>
                <a:close/>
                <a:moveTo>
                  <a:pt x="2780" y="2106"/>
                </a:moveTo>
                <a:lnTo>
                  <a:pt x="15405" y="2106"/>
                </a:lnTo>
                <a:lnTo>
                  <a:pt x="15405" y="4226"/>
                </a:lnTo>
                <a:lnTo>
                  <a:pt x="2780" y="4226"/>
                </a:lnTo>
                <a:lnTo>
                  <a:pt x="2780" y="2106"/>
                </a:lnTo>
                <a:close/>
                <a:moveTo>
                  <a:pt x="17628" y="2106"/>
                </a:moveTo>
                <a:cubicBezTo>
                  <a:pt x="18408" y="2106"/>
                  <a:pt x="19040" y="2581"/>
                  <a:pt x="19040" y="3166"/>
                </a:cubicBezTo>
                <a:cubicBezTo>
                  <a:pt x="19040" y="3751"/>
                  <a:pt x="18408" y="4226"/>
                  <a:pt x="17628" y="4226"/>
                </a:cubicBezTo>
                <a:cubicBezTo>
                  <a:pt x="16849" y="4226"/>
                  <a:pt x="16217" y="3751"/>
                  <a:pt x="16217" y="3166"/>
                </a:cubicBezTo>
                <a:cubicBezTo>
                  <a:pt x="16217" y="2581"/>
                  <a:pt x="16849" y="2106"/>
                  <a:pt x="17628" y="2106"/>
                </a:cubicBezTo>
                <a:close/>
                <a:moveTo>
                  <a:pt x="2780" y="5160"/>
                </a:moveTo>
                <a:lnTo>
                  <a:pt x="15405" y="5160"/>
                </a:lnTo>
                <a:lnTo>
                  <a:pt x="15405" y="7278"/>
                </a:lnTo>
                <a:lnTo>
                  <a:pt x="2780" y="7278"/>
                </a:lnTo>
                <a:lnTo>
                  <a:pt x="2780" y="5160"/>
                </a:lnTo>
                <a:close/>
                <a:moveTo>
                  <a:pt x="17628" y="5160"/>
                </a:moveTo>
                <a:cubicBezTo>
                  <a:pt x="18408" y="5160"/>
                  <a:pt x="19040" y="5635"/>
                  <a:pt x="19040" y="6220"/>
                </a:cubicBezTo>
                <a:cubicBezTo>
                  <a:pt x="19040" y="6805"/>
                  <a:pt x="18408" y="7278"/>
                  <a:pt x="17628" y="7278"/>
                </a:cubicBezTo>
                <a:cubicBezTo>
                  <a:pt x="16849" y="7278"/>
                  <a:pt x="16217" y="6805"/>
                  <a:pt x="16217" y="6220"/>
                </a:cubicBezTo>
                <a:cubicBezTo>
                  <a:pt x="16217" y="5635"/>
                  <a:pt x="16849" y="5160"/>
                  <a:pt x="17628" y="5160"/>
                </a:cubicBezTo>
                <a:close/>
                <a:moveTo>
                  <a:pt x="2780" y="8213"/>
                </a:moveTo>
                <a:lnTo>
                  <a:pt x="15405" y="8213"/>
                </a:lnTo>
                <a:lnTo>
                  <a:pt x="15405" y="10333"/>
                </a:lnTo>
                <a:lnTo>
                  <a:pt x="2780" y="10333"/>
                </a:lnTo>
                <a:lnTo>
                  <a:pt x="2780" y="8213"/>
                </a:lnTo>
                <a:close/>
                <a:moveTo>
                  <a:pt x="17628" y="8213"/>
                </a:moveTo>
                <a:cubicBezTo>
                  <a:pt x="18408" y="8213"/>
                  <a:pt x="19040" y="8688"/>
                  <a:pt x="19040" y="9273"/>
                </a:cubicBezTo>
                <a:cubicBezTo>
                  <a:pt x="19040" y="9858"/>
                  <a:pt x="18408" y="10333"/>
                  <a:pt x="17628" y="10333"/>
                </a:cubicBezTo>
                <a:cubicBezTo>
                  <a:pt x="16849" y="10333"/>
                  <a:pt x="16217" y="9858"/>
                  <a:pt x="16217" y="9273"/>
                </a:cubicBezTo>
                <a:cubicBezTo>
                  <a:pt x="16217" y="8688"/>
                  <a:pt x="16849" y="8213"/>
                  <a:pt x="17628" y="8213"/>
                </a:cubicBezTo>
                <a:close/>
                <a:moveTo>
                  <a:pt x="18404" y="8667"/>
                </a:moveTo>
                <a:cubicBezTo>
                  <a:pt x="18338" y="8670"/>
                  <a:pt x="18273" y="8694"/>
                  <a:pt x="18226" y="8735"/>
                </a:cubicBezTo>
                <a:lnTo>
                  <a:pt x="17325" y="9511"/>
                </a:lnTo>
                <a:lnTo>
                  <a:pt x="17026" y="9271"/>
                </a:lnTo>
                <a:cubicBezTo>
                  <a:pt x="16928" y="9193"/>
                  <a:pt x="16764" y="9189"/>
                  <a:pt x="16660" y="9263"/>
                </a:cubicBezTo>
                <a:cubicBezTo>
                  <a:pt x="16555" y="9336"/>
                  <a:pt x="16548" y="9459"/>
                  <a:pt x="16646" y="9538"/>
                </a:cubicBezTo>
                <a:lnTo>
                  <a:pt x="17143" y="9934"/>
                </a:lnTo>
                <a:cubicBezTo>
                  <a:pt x="17192" y="9974"/>
                  <a:pt x="17260" y="9997"/>
                  <a:pt x="17332" y="9997"/>
                </a:cubicBezTo>
                <a:cubicBezTo>
                  <a:pt x="17333" y="9997"/>
                  <a:pt x="17337" y="9997"/>
                  <a:pt x="17338" y="9997"/>
                </a:cubicBezTo>
                <a:cubicBezTo>
                  <a:pt x="17412" y="9996"/>
                  <a:pt x="17479" y="9971"/>
                  <a:pt x="17527" y="9929"/>
                </a:cubicBezTo>
                <a:lnTo>
                  <a:pt x="18617" y="8989"/>
                </a:lnTo>
                <a:cubicBezTo>
                  <a:pt x="18711" y="8908"/>
                  <a:pt x="18701" y="8785"/>
                  <a:pt x="18593" y="8714"/>
                </a:cubicBezTo>
                <a:cubicBezTo>
                  <a:pt x="18539" y="8679"/>
                  <a:pt x="18470" y="8664"/>
                  <a:pt x="18404" y="8667"/>
                </a:cubicBezTo>
                <a:close/>
                <a:moveTo>
                  <a:pt x="2780" y="11266"/>
                </a:moveTo>
                <a:lnTo>
                  <a:pt x="15405" y="11266"/>
                </a:lnTo>
                <a:lnTo>
                  <a:pt x="15405" y="13385"/>
                </a:lnTo>
                <a:lnTo>
                  <a:pt x="2780" y="13385"/>
                </a:lnTo>
                <a:lnTo>
                  <a:pt x="2780" y="11266"/>
                </a:lnTo>
                <a:close/>
                <a:moveTo>
                  <a:pt x="17628" y="11266"/>
                </a:moveTo>
                <a:cubicBezTo>
                  <a:pt x="18408" y="11266"/>
                  <a:pt x="19040" y="11740"/>
                  <a:pt x="19040" y="12325"/>
                </a:cubicBezTo>
                <a:cubicBezTo>
                  <a:pt x="19040" y="12911"/>
                  <a:pt x="18408" y="13385"/>
                  <a:pt x="17628" y="13385"/>
                </a:cubicBezTo>
                <a:cubicBezTo>
                  <a:pt x="16849" y="13385"/>
                  <a:pt x="16217" y="12911"/>
                  <a:pt x="16217" y="12325"/>
                </a:cubicBezTo>
                <a:cubicBezTo>
                  <a:pt x="16217" y="11740"/>
                  <a:pt x="16849" y="11266"/>
                  <a:pt x="17628" y="11266"/>
                </a:cubicBezTo>
                <a:close/>
                <a:moveTo>
                  <a:pt x="2780" y="14320"/>
                </a:moveTo>
                <a:lnTo>
                  <a:pt x="15405" y="14320"/>
                </a:lnTo>
                <a:lnTo>
                  <a:pt x="15405" y="16440"/>
                </a:lnTo>
                <a:lnTo>
                  <a:pt x="2780" y="16440"/>
                </a:lnTo>
                <a:lnTo>
                  <a:pt x="2780" y="14320"/>
                </a:lnTo>
                <a:close/>
                <a:moveTo>
                  <a:pt x="17628" y="14320"/>
                </a:moveTo>
                <a:cubicBezTo>
                  <a:pt x="18408" y="14320"/>
                  <a:pt x="19040" y="14795"/>
                  <a:pt x="19040" y="15380"/>
                </a:cubicBezTo>
                <a:cubicBezTo>
                  <a:pt x="19040" y="15965"/>
                  <a:pt x="18408" y="16440"/>
                  <a:pt x="17628" y="16440"/>
                </a:cubicBezTo>
                <a:cubicBezTo>
                  <a:pt x="16849" y="16440"/>
                  <a:pt x="16217" y="15965"/>
                  <a:pt x="16217" y="15380"/>
                </a:cubicBezTo>
                <a:cubicBezTo>
                  <a:pt x="16217" y="14795"/>
                  <a:pt x="16849" y="14320"/>
                  <a:pt x="17628" y="14320"/>
                </a:cubicBezTo>
                <a:close/>
                <a:moveTo>
                  <a:pt x="2780" y="17373"/>
                </a:moveTo>
                <a:lnTo>
                  <a:pt x="15405" y="17373"/>
                </a:lnTo>
                <a:lnTo>
                  <a:pt x="15405" y="19492"/>
                </a:lnTo>
                <a:lnTo>
                  <a:pt x="2780" y="19492"/>
                </a:lnTo>
                <a:lnTo>
                  <a:pt x="2780" y="17373"/>
                </a:lnTo>
                <a:close/>
                <a:moveTo>
                  <a:pt x="17628" y="17373"/>
                </a:moveTo>
                <a:cubicBezTo>
                  <a:pt x="18408" y="17373"/>
                  <a:pt x="19040" y="17847"/>
                  <a:pt x="19040" y="18433"/>
                </a:cubicBezTo>
                <a:cubicBezTo>
                  <a:pt x="19040" y="19018"/>
                  <a:pt x="18408" y="19492"/>
                  <a:pt x="17628" y="19492"/>
                </a:cubicBezTo>
                <a:cubicBezTo>
                  <a:pt x="16849" y="19492"/>
                  <a:pt x="16217" y="19018"/>
                  <a:pt x="16217" y="18433"/>
                </a:cubicBezTo>
                <a:cubicBezTo>
                  <a:pt x="16217" y="17847"/>
                  <a:pt x="16849" y="17373"/>
                  <a:pt x="17628" y="1737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10082982" y="3648350"/>
            <a:ext cx="392959" cy="37145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 txBox="1"/>
          <p:nvPr>
            <p:ph idx="4294967295" type="subTitle"/>
          </p:nvPr>
        </p:nvSpPr>
        <p:spPr>
          <a:xfrm>
            <a:off x="1396628" y="2724150"/>
            <a:ext cx="10464801" cy="1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4"/>
              <a:buFont typeface="Helvetica Neue"/>
              <a:buNone/>
            </a:pPr>
            <a:r>
              <a:rPr b="0" i="0" lang="en-US" sz="3404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¿Cuales atributos y responsabilidades debemos describir?</a:t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5316419" y="4239132"/>
            <a:ext cx="2853152" cy="3344046"/>
          </a:xfrm>
          <a:custGeom>
            <a:rect b="b" l="l" r="r" t="t"/>
            <a:pathLst>
              <a:path extrusionOk="0" h="21502" w="20400">
                <a:moveTo>
                  <a:pt x="7928" y="4"/>
                </a:moveTo>
                <a:cubicBezTo>
                  <a:pt x="6343" y="54"/>
                  <a:pt x="4758" y="513"/>
                  <a:pt x="3383" y="1414"/>
                </a:cubicBezTo>
                <a:cubicBezTo>
                  <a:pt x="-286" y="3816"/>
                  <a:pt x="-1098" y="8454"/>
                  <a:pt x="1573" y="11753"/>
                </a:cubicBezTo>
                <a:cubicBezTo>
                  <a:pt x="3866" y="14587"/>
                  <a:pt x="8102" y="15587"/>
                  <a:pt x="11645" y="14130"/>
                </a:cubicBezTo>
                <a:lnTo>
                  <a:pt x="11895" y="14028"/>
                </a:lnTo>
                <a:lnTo>
                  <a:pt x="12039" y="14238"/>
                </a:lnTo>
                <a:cubicBezTo>
                  <a:pt x="12051" y="14256"/>
                  <a:pt x="12060" y="14269"/>
                  <a:pt x="12071" y="14282"/>
                </a:cubicBezTo>
                <a:lnTo>
                  <a:pt x="17686" y="21218"/>
                </a:lnTo>
                <a:cubicBezTo>
                  <a:pt x="17806" y="21366"/>
                  <a:pt x="17984" y="21464"/>
                  <a:pt x="18188" y="21493"/>
                </a:cubicBezTo>
                <a:cubicBezTo>
                  <a:pt x="18392" y="21522"/>
                  <a:pt x="18597" y="21479"/>
                  <a:pt x="18762" y="21371"/>
                </a:cubicBezTo>
                <a:lnTo>
                  <a:pt x="20082" y="20505"/>
                </a:lnTo>
                <a:cubicBezTo>
                  <a:pt x="20425" y="20281"/>
                  <a:pt x="20502" y="19847"/>
                  <a:pt x="20252" y="19538"/>
                </a:cubicBezTo>
                <a:lnTo>
                  <a:pt x="14637" y="12602"/>
                </a:lnTo>
                <a:cubicBezTo>
                  <a:pt x="14613" y="12572"/>
                  <a:pt x="14586" y="12546"/>
                  <a:pt x="14559" y="12521"/>
                </a:cubicBezTo>
                <a:lnTo>
                  <a:pt x="14359" y="12340"/>
                </a:lnTo>
                <a:lnTo>
                  <a:pt x="14540" y="12143"/>
                </a:lnTo>
                <a:cubicBezTo>
                  <a:pt x="16964" y="9533"/>
                  <a:pt x="17103" y="5790"/>
                  <a:pt x="14878" y="3042"/>
                </a:cubicBezTo>
                <a:cubicBezTo>
                  <a:pt x="13209" y="980"/>
                  <a:pt x="10569" y="-78"/>
                  <a:pt x="7928" y="4"/>
                </a:cubicBezTo>
                <a:close/>
                <a:moveTo>
                  <a:pt x="7952" y="1548"/>
                </a:moveTo>
                <a:cubicBezTo>
                  <a:pt x="8377" y="1533"/>
                  <a:pt x="8807" y="1556"/>
                  <a:pt x="9237" y="1617"/>
                </a:cubicBezTo>
                <a:cubicBezTo>
                  <a:pt x="10956" y="1861"/>
                  <a:pt x="12466" y="2690"/>
                  <a:pt x="13488" y="3952"/>
                </a:cubicBezTo>
                <a:cubicBezTo>
                  <a:pt x="15601" y="6562"/>
                  <a:pt x="14959" y="10231"/>
                  <a:pt x="12058" y="12131"/>
                </a:cubicBezTo>
                <a:cubicBezTo>
                  <a:pt x="10904" y="12887"/>
                  <a:pt x="9563" y="13250"/>
                  <a:pt x="8234" y="13250"/>
                </a:cubicBezTo>
                <a:cubicBezTo>
                  <a:pt x="6221" y="13250"/>
                  <a:pt x="4235" y="12415"/>
                  <a:pt x="2963" y="10843"/>
                </a:cubicBezTo>
                <a:cubicBezTo>
                  <a:pt x="850" y="8233"/>
                  <a:pt x="1491" y="4565"/>
                  <a:pt x="4393" y="2665"/>
                </a:cubicBezTo>
                <a:cubicBezTo>
                  <a:pt x="5446" y="1976"/>
                  <a:pt x="6677" y="1593"/>
                  <a:pt x="7952" y="1548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8680056" y="5016715"/>
            <a:ext cx="1873424" cy="2495299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2342"/>
                </a:lnTo>
                <a:lnTo>
                  <a:pt x="18478" y="0"/>
                </a:lnTo>
                <a:lnTo>
                  <a:pt x="0" y="0"/>
                </a:lnTo>
                <a:close/>
                <a:moveTo>
                  <a:pt x="2780" y="2106"/>
                </a:moveTo>
                <a:lnTo>
                  <a:pt x="15405" y="2106"/>
                </a:lnTo>
                <a:lnTo>
                  <a:pt x="15405" y="4226"/>
                </a:lnTo>
                <a:lnTo>
                  <a:pt x="2780" y="4226"/>
                </a:lnTo>
                <a:lnTo>
                  <a:pt x="2780" y="2106"/>
                </a:lnTo>
                <a:close/>
                <a:moveTo>
                  <a:pt x="17628" y="2106"/>
                </a:moveTo>
                <a:cubicBezTo>
                  <a:pt x="18408" y="2106"/>
                  <a:pt x="19040" y="2581"/>
                  <a:pt x="19040" y="3166"/>
                </a:cubicBezTo>
                <a:cubicBezTo>
                  <a:pt x="19040" y="3751"/>
                  <a:pt x="18408" y="4226"/>
                  <a:pt x="17628" y="4226"/>
                </a:cubicBezTo>
                <a:cubicBezTo>
                  <a:pt x="16849" y="4226"/>
                  <a:pt x="16217" y="3751"/>
                  <a:pt x="16217" y="3166"/>
                </a:cubicBezTo>
                <a:cubicBezTo>
                  <a:pt x="16217" y="2581"/>
                  <a:pt x="16849" y="2106"/>
                  <a:pt x="17628" y="2106"/>
                </a:cubicBezTo>
                <a:close/>
                <a:moveTo>
                  <a:pt x="2780" y="5160"/>
                </a:moveTo>
                <a:lnTo>
                  <a:pt x="15405" y="5160"/>
                </a:lnTo>
                <a:lnTo>
                  <a:pt x="15405" y="7278"/>
                </a:lnTo>
                <a:lnTo>
                  <a:pt x="2780" y="7278"/>
                </a:lnTo>
                <a:lnTo>
                  <a:pt x="2780" y="5160"/>
                </a:lnTo>
                <a:close/>
                <a:moveTo>
                  <a:pt x="17628" y="5160"/>
                </a:moveTo>
                <a:cubicBezTo>
                  <a:pt x="18408" y="5160"/>
                  <a:pt x="19040" y="5635"/>
                  <a:pt x="19040" y="6220"/>
                </a:cubicBezTo>
                <a:cubicBezTo>
                  <a:pt x="19040" y="6805"/>
                  <a:pt x="18408" y="7278"/>
                  <a:pt x="17628" y="7278"/>
                </a:cubicBezTo>
                <a:cubicBezTo>
                  <a:pt x="16849" y="7278"/>
                  <a:pt x="16217" y="6805"/>
                  <a:pt x="16217" y="6220"/>
                </a:cubicBezTo>
                <a:cubicBezTo>
                  <a:pt x="16217" y="5635"/>
                  <a:pt x="16849" y="5160"/>
                  <a:pt x="17628" y="5160"/>
                </a:cubicBezTo>
                <a:close/>
                <a:moveTo>
                  <a:pt x="2780" y="8213"/>
                </a:moveTo>
                <a:lnTo>
                  <a:pt x="15405" y="8213"/>
                </a:lnTo>
                <a:lnTo>
                  <a:pt x="15405" y="10333"/>
                </a:lnTo>
                <a:lnTo>
                  <a:pt x="2780" y="10333"/>
                </a:lnTo>
                <a:lnTo>
                  <a:pt x="2780" y="8213"/>
                </a:lnTo>
                <a:close/>
                <a:moveTo>
                  <a:pt x="17628" y="8213"/>
                </a:moveTo>
                <a:cubicBezTo>
                  <a:pt x="18408" y="8213"/>
                  <a:pt x="19040" y="8688"/>
                  <a:pt x="19040" y="9273"/>
                </a:cubicBezTo>
                <a:cubicBezTo>
                  <a:pt x="19040" y="9858"/>
                  <a:pt x="18408" y="10333"/>
                  <a:pt x="17628" y="10333"/>
                </a:cubicBezTo>
                <a:cubicBezTo>
                  <a:pt x="16849" y="10333"/>
                  <a:pt x="16217" y="9858"/>
                  <a:pt x="16217" y="9273"/>
                </a:cubicBezTo>
                <a:cubicBezTo>
                  <a:pt x="16217" y="8688"/>
                  <a:pt x="16849" y="8213"/>
                  <a:pt x="17628" y="8213"/>
                </a:cubicBezTo>
                <a:close/>
                <a:moveTo>
                  <a:pt x="18404" y="8667"/>
                </a:moveTo>
                <a:cubicBezTo>
                  <a:pt x="18338" y="8670"/>
                  <a:pt x="18273" y="8694"/>
                  <a:pt x="18226" y="8735"/>
                </a:cubicBezTo>
                <a:lnTo>
                  <a:pt x="17325" y="9511"/>
                </a:lnTo>
                <a:lnTo>
                  <a:pt x="17026" y="9271"/>
                </a:lnTo>
                <a:cubicBezTo>
                  <a:pt x="16928" y="9193"/>
                  <a:pt x="16764" y="9189"/>
                  <a:pt x="16660" y="9263"/>
                </a:cubicBezTo>
                <a:cubicBezTo>
                  <a:pt x="16555" y="9336"/>
                  <a:pt x="16548" y="9459"/>
                  <a:pt x="16646" y="9538"/>
                </a:cubicBezTo>
                <a:lnTo>
                  <a:pt x="17143" y="9934"/>
                </a:lnTo>
                <a:cubicBezTo>
                  <a:pt x="17192" y="9974"/>
                  <a:pt x="17260" y="9997"/>
                  <a:pt x="17332" y="9997"/>
                </a:cubicBezTo>
                <a:cubicBezTo>
                  <a:pt x="17333" y="9997"/>
                  <a:pt x="17337" y="9997"/>
                  <a:pt x="17338" y="9997"/>
                </a:cubicBezTo>
                <a:cubicBezTo>
                  <a:pt x="17412" y="9996"/>
                  <a:pt x="17479" y="9971"/>
                  <a:pt x="17527" y="9929"/>
                </a:cubicBezTo>
                <a:lnTo>
                  <a:pt x="18617" y="8989"/>
                </a:lnTo>
                <a:cubicBezTo>
                  <a:pt x="18711" y="8908"/>
                  <a:pt x="18701" y="8785"/>
                  <a:pt x="18593" y="8714"/>
                </a:cubicBezTo>
                <a:cubicBezTo>
                  <a:pt x="18539" y="8679"/>
                  <a:pt x="18470" y="8664"/>
                  <a:pt x="18404" y="8667"/>
                </a:cubicBezTo>
                <a:close/>
                <a:moveTo>
                  <a:pt x="2780" y="11266"/>
                </a:moveTo>
                <a:lnTo>
                  <a:pt x="15405" y="11266"/>
                </a:lnTo>
                <a:lnTo>
                  <a:pt x="15405" y="13385"/>
                </a:lnTo>
                <a:lnTo>
                  <a:pt x="2780" y="13385"/>
                </a:lnTo>
                <a:lnTo>
                  <a:pt x="2780" y="11266"/>
                </a:lnTo>
                <a:close/>
                <a:moveTo>
                  <a:pt x="17628" y="11266"/>
                </a:moveTo>
                <a:cubicBezTo>
                  <a:pt x="18408" y="11266"/>
                  <a:pt x="19040" y="11740"/>
                  <a:pt x="19040" y="12325"/>
                </a:cubicBezTo>
                <a:cubicBezTo>
                  <a:pt x="19040" y="12911"/>
                  <a:pt x="18408" y="13385"/>
                  <a:pt x="17628" y="13385"/>
                </a:cubicBezTo>
                <a:cubicBezTo>
                  <a:pt x="16849" y="13385"/>
                  <a:pt x="16217" y="12911"/>
                  <a:pt x="16217" y="12325"/>
                </a:cubicBezTo>
                <a:cubicBezTo>
                  <a:pt x="16217" y="11740"/>
                  <a:pt x="16849" y="11266"/>
                  <a:pt x="17628" y="11266"/>
                </a:cubicBezTo>
                <a:close/>
                <a:moveTo>
                  <a:pt x="2780" y="14320"/>
                </a:moveTo>
                <a:lnTo>
                  <a:pt x="15405" y="14320"/>
                </a:lnTo>
                <a:lnTo>
                  <a:pt x="15405" y="16440"/>
                </a:lnTo>
                <a:lnTo>
                  <a:pt x="2780" y="16440"/>
                </a:lnTo>
                <a:lnTo>
                  <a:pt x="2780" y="14320"/>
                </a:lnTo>
                <a:close/>
                <a:moveTo>
                  <a:pt x="17628" y="14320"/>
                </a:moveTo>
                <a:cubicBezTo>
                  <a:pt x="18408" y="14320"/>
                  <a:pt x="19040" y="14795"/>
                  <a:pt x="19040" y="15380"/>
                </a:cubicBezTo>
                <a:cubicBezTo>
                  <a:pt x="19040" y="15965"/>
                  <a:pt x="18408" y="16440"/>
                  <a:pt x="17628" y="16440"/>
                </a:cubicBezTo>
                <a:cubicBezTo>
                  <a:pt x="16849" y="16440"/>
                  <a:pt x="16217" y="15965"/>
                  <a:pt x="16217" y="15380"/>
                </a:cubicBezTo>
                <a:cubicBezTo>
                  <a:pt x="16217" y="14795"/>
                  <a:pt x="16849" y="14320"/>
                  <a:pt x="17628" y="14320"/>
                </a:cubicBezTo>
                <a:close/>
                <a:moveTo>
                  <a:pt x="2780" y="17373"/>
                </a:moveTo>
                <a:lnTo>
                  <a:pt x="15405" y="17373"/>
                </a:lnTo>
                <a:lnTo>
                  <a:pt x="15405" y="19492"/>
                </a:lnTo>
                <a:lnTo>
                  <a:pt x="2780" y="19492"/>
                </a:lnTo>
                <a:lnTo>
                  <a:pt x="2780" y="17373"/>
                </a:lnTo>
                <a:close/>
                <a:moveTo>
                  <a:pt x="17628" y="17373"/>
                </a:moveTo>
                <a:cubicBezTo>
                  <a:pt x="18408" y="17373"/>
                  <a:pt x="19040" y="17847"/>
                  <a:pt x="19040" y="18433"/>
                </a:cubicBezTo>
                <a:cubicBezTo>
                  <a:pt x="19040" y="19018"/>
                  <a:pt x="18408" y="19492"/>
                  <a:pt x="17628" y="19492"/>
                </a:cubicBezTo>
                <a:cubicBezTo>
                  <a:pt x="16849" y="19492"/>
                  <a:pt x="16217" y="19018"/>
                  <a:pt x="16217" y="18433"/>
                </a:cubicBezTo>
                <a:cubicBezTo>
                  <a:pt x="16217" y="17847"/>
                  <a:pt x="16849" y="17373"/>
                  <a:pt x="17628" y="1737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908149" y="4840745"/>
            <a:ext cx="1188503" cy="1011358"/>
          </a:xfrm>
          <a:custGeom>
            <a:rect b="b" l="l" r="r" t="t"/>
            <a:pathLst>
              <a:path extrusionOk="0" h="21600" w="21600">
                <a:moveTo>
                  <a:pt x="8810" y="0"/>
                </a:moveTo>
                <a:cubicBezTo>
                  <a:pt x="8848" y="248"/>
                  <a:pt x="9130" y="1867"/>
                  <a:pt x="10801" y="1867"/>
                </a:cubicBezTo>
                <a:cubicBezTo>
                  <a:pt x="12488" y="1867"/>
                  <a:pt x="12769" y="235"/>
                  <a:pt x="12802" y="0"/>
                </a:cubicBezTo>
                <a:cubicBezTo>
                  <a:pt x="12753" y="6"/>
                  <a:pt x="12709" y="37"/>
                  <a:pt x="12682" y="50"/>
                </a:cubicBezTo>
                <a:cubicBezTo>
                  <a:pt x="11681" y="666"/>
                  <a:pt x="9914" y="666"/>
                  <a:pt x="8913" y="50"/>
                </a:cubicBezTo>
                <a:cubicBezTo>
                  <a:pt x="8891" y="37"/>
                  <a:pt x="8853" y="13"/>
                  <a:pt x="8810" y="0"/>
                </a:cubicBezTo>
                <a:close/>
                <a:moveTo>
                  <a:pt x="8496" y="81"/>
                </a:moveTo>
                <a:cubicBezTo>
                  <a:pt x="7079" y="564"/>
                  <a:pt x="5219" y="1270"/>
                  <a:pt x="4370" y="1575"/>
                </a:cubicBezTo>
                <a:cubicBezTo>
                  <a:pt x="3905" y="1740"/>
                  <a:pt x="3829" y="1816"/>
                  <a:pt x="3628" y="1962"/>
                </a:cubicBezTo>
                <a:cubicBezTo>
                  <a:pt x="3423" y="2115"/>
                  <a:pt x="3078" y="2606"/>
                  <a:pt x="3078" y="2606"/>
                </a:cubicBezTo>
                <a:lnTo>
                  <a:pt x="0" y="7422"/>
                </a:lnTo>
                <a:lnTo>
                  <a:pt x="3040" y="10466"/>
                </a:lnTo>
                <a:cubicBezTo>
                  <a:pt x="3040" y="10466"/>
                  <a:pt x="5014" y="8382"/>
                  <a:pt x="5051" y="8369"/>
                </a:cubicBezTo>
                <a:cubicBezTo>
                  <a:pt x="5051" y="8547"/>
                  <a:pt x="5051" y="21600"/>
                  <a:pt x="5051" y="21600"/>
                </a:cubicBezTo>
                <a:lnTo>
                  <a:pt x="16549" y="21600"/>
                </a:lnTo>
                <a:cubicBezTo>
                  <a:pt x="16549" y="21600"/>
                  <a:pt x="16549" y="8547"/>
                  <a:pt x="16549" y="8369"/>
                </a:cubicBezTo>
                <a:cubicBezTo>
                  <a:pt x="16586" y="8382"/>
                  <a:pt x="18561" y="10466"/>
                  <a:pt x="18561" y="10466"/>
                </a:cubicBezTo>
                <a:lnTo>
                  <a:pt x="21600" y="7422"/>
                </a:lnTo>
                <a:lnTo>
                  <a:pt x="18522" y="2606"/>
                </a:lnTo>
                <a:cubicBezTo>
                  <a:pt x="18522" y="2606"/>
                  <a:pt x="18177" y="2115"/>
                  <a:pt x="17972" y="1962"/>
                </a:cubicBezTo>
                <a:cubicBezTo>
                  <a:pt x="17771" y="1816"/>
                  <a:pt x="17695" y="1740"/>
                  <a:pt x="17230" y="1575"/>
                </a:cubicBezTo>
                <a:cubicBezTo>
                  <a:pt x="16386" y="1270"/>
                  <a:pt x="14531" y="570"/>
                  <a:pt x="13114" y="87"/>
                </a:cubicBezTo>
                <a:cubicBezTo>
                  <a:pt x="13050" y="462"/>
                  <a:pt x="12650" y="2242"/>
                  <a:pt x="10801" y="2242"/>
                </a:cubicBezTo>
                <a:cubicBezTo>
                  <a:pt x="8946" y="2242"/>
                  <a:pt x="8555" y="450"/>
                  <a:pt x="8496" y="81"/>
                </a:cubicBezTo>
                <a:close/>
              </a:path>
            </a:pathLst>
          </a:custGeom>
          <a:solidFill>
            <a:srgbClr val="EB220C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" name="Google Shape;102;p4"/>
          <p:cNvSpPr txBox="1"/>
          <p:nvPr/>
        </p:nvSpPr>
        <p:spPr>
          <a:xfrm>
            <a:off x="8918606" y="5228441"/>
            <a:ext cx="463488" cy="312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talle</a:t>
            </a:r>
            <a:endParaRPr/>
          </a:p>
        </p:txBody>
      </p:sp>
      <p:sp>
        <p:nvSpPr>
          <p:cNvPr id="103" name="Google Shape;103;p4"/>
          <p:cNvSpPr txBox="1"/>
          <p:nvPr/>
        </p:nvSpPr>
        <p:spPr>
          <a:xfrm>
            <a:off x="8905240" y="5571341"/>
            <a:ext cx="541021" cy="312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color</a:t>
            </a:r>
            <a:endParaRPr/>
          </a:p>
        </p:txBody>
      </p:sp>
      <p:sp>
        <p:nvSpPr>
          <p:cNvPr id="104" name="Google Shape;104;p4"/>
          <p:cNvSpPr txBox="1"/>
          <p:nvPr/>
        </p:nvSpPr>
        <p:spPr>
          <a:xfrm>
            <a:off x="8883999" y="5933276"/>
            <a:ext cx="583502" cy="312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fecha</a:t>
            </a:r>
            <a:endParaRPr/>
          </a:p>
        </p:txBody>
      </p:sp>
      <p:sp>
        <p:nvSpPr>
          <p:cNvPr id="105" name="Google Shape;105;p4"/>
          <p:cNvSpPr txBox="1"/>
          <p:nvPr/>
        </p:nvSpPr>
        <p:spPr>
          <a:xfrm>
            <a:off x="8904795" y="6288877"/>
            <a:ext cx="643510" cy="312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precio</a:t>
            </a:r>
            <a:endParaRPr/>
          </a:p>
        </p:txBody>
      </p:sp>
      <p:sp>
        <p:nvSpPr>
          <p:cNvPr id="106" name="Google Shape;106;p4"/>
          <p:cNvSpPr txBox="1"/>
          <p:nvPr/>
        </p:nvSpPr>
        <p:spPr>
          <a:xfrm>
            <a:off x="8915812" y="7000077"/>
            <a:ext cx="519876" cy="312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lavar</a:t>
            </a:r>
            <a:endParaRPr/>
          </a:p>
        </p:txBody>
      </p:sp>
      <p:sp>
        <p:nvSpPr>
          <p:cNvPr id="107" name="Google Shape;107;p4"/>
          <p:cNvSpPr txBox="1"/>
          <p:nvPr/>
        </p:nvSpPr>
        <p:spPr>
          <a:xfrm>
            <a:off x="8903716" y="6644477"/>
            <a:ext cx="696469" cy="312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vender</a:t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10143828" y="7070893"/>
            <a:ext cx="144316" cy="170534"/>
          </a:xfrm>
          <a:custGeom>
            <a:rect b="b" l="l" r="r" t="t"/>
            <a:pathLst>
              <a:path extrusionOk="0" h="21548" w="21484">
                <a:moveTo>
                  <a:pt x="18655" y="0"/>
                </a:moveTo>
                <a:cubicBezTo>
                  <a:pt x="18494" y="5"/>
                  <a:pt x="18333" y="109"/>
                  <a:pt x="18066" y="314"/>
                </a:cubicBezTo>
                <a:cubicBezTo>
                  <a:pt x="15478" y="2289"/>
                  <a:pt x="13027" y="4381"/>
                  <a:pt x="10727" y="6600"/>
                </a:cubicBezTo>
                <a:cubicBezTo>
                  <a:pt x="10587" y="6735"/>
                  <a:pt x="10434" y="6862"/>
                  <a:pt x="10258" y="7020"/>
                </a:cubicBezTo>
                <a:cubicBezTo>
                  <a:pt x="10102" y="6832"/>
                  <a:pt x="9974" y="6685"/>
                  <a:pt x="9856" y="6533"/>
                </a:cubicBezTo>
                <a:cubicBezTo>
                  <a:pt x="8908" y="5315"/>
                  <a:pt x="7971" y="4091"/>
                  <a:pt x="7009" y="2882"/>
                </a:cubicBezTo>
                <a:cubicBezTo>
                  <a:pt x="6625" y="2399"/>
                  <a:pt x="6178" y="1951"/>
                  <a:pt x="5769" y="1483"/>
                </a:cubicBezTo>
                <a:cubicBezTo>
                  <a:pt x="5573" y="1260"/>
                  <a:pt x="5327" y="1254"/>
                  <a:pt x="5044" y="1314"/>
                </a:cubicBezTo>
                <a:cubicBezTo>
                  <a:pt x="4759" y="1375"/>
                  <a:pt x="4593" y="1540"/>
                  <a:pt x="4590" y="1770"/>
                </a:cubicBezTo>
                <a:cubicBezTo>
                  <a:pt x="4583" y="2129"/>
                  <a:pt x="4349" y="2291"/>
                  <a:pt x="3989" y="2389"/>
                </a:cubicBezTo>
                <a:cubicBezTo>
                  <a:pt x="3741" y="2232"/>
                  <a:pt x="3498" y="2079"/>
                  <a:pt x="3221" y="1904"/>
                </a:cubicBezTo>
                <a:cubicBezTo>
                  <a:pt x="2922" y="2176"/>
                  <a:pt x="2660" y="2427"/>
                  <a:pt x="2382" y="2665"/>
                </a:cubicBezTo>
                <a:cubicBezTo>
                  <a:pt x="2135" y="2876"/>
                  <a:pt x="2125" y="3090"/>
                  <a:pt x="2231" y="3371"/>
                </a:cubicBezTo>
                <a:cubicBezTo>
                  <a:pt x="3179" y="5877"/>
                  <a:pt x="4394" y="8283"/>
                  <a:pt x="5880" y="10593"/>
                </a:cubicBezTo>
                <a:cubicBezTo>
                  <a:pt x="5956" y="10712"/>
                  <a:pt x="6024" y="10835"/>
                  <a:pt x="6094" y="10951"/>
                </a:cubicBezTo>
                <a:cubicBezTo>
                  <a:pt x="4046" y="12991"/>
                  <a:pt x="2019" y="15012"/>
                  <a:pt x="0" y="17024"/>
                </a:cubicBezTo>
                <a:cubicBezTo>
                  <a:pt x="166" y="17359"/>
                  <a:pt x="297" y="17644"/>
                  <a:pt x="450" y="17921"/>
                </a:cubicBezTo>
                <a:cubicBezTo>
                  <a:pt x="559" y="18117"/>
                  <a:pt x="570" y="18299"/>
                  <a:pt x="443" y="18491"/>
                </a:cubicBezTo>
                <a:cubicBezTo>
                  <a:pt x="355" y="18625"/>
                  <a:pt x="277" y="18763"/>
                  <a:pt x="214" y="18906"/>
                </a:cubicBezTo>
                <a:cubicBezTo>
                  <a:pt x="179" y="18986"/>
                  <a:pt x="139" y="19096"/>
                  <a:pt x="175" y="19164"/>
                </a:cubicBezTo>
                <a:cubicBezTo>
                  <a:pt x="462" y="19717"/>
                  <a:pt x="876" y="20186"/>
                  <a:pt x="1406" y="20550"/>
                </a:cubicBezTo>
                <a:cubicBezTo>
                  <a:pt x="1668" y="20457"/>
                  <a:pt x="1862" y="20370"/>
                  <a:pt x="2068" y="20319"/>
                </a:cubicBezTo>
                <a:cubicBezTo>
                  <a:pt x="2305" y="20259"/>
                  <a:pt x="2506" y="20384"/>
                  <a:pt x="2432" y="20567"/>
                </a:cubicBezTo>
                <a:cubicBezTo>
                  <a:pt x="2271" y="20967"/>
                  <a:pt x="2606" y="21165"/>
                  <a:pt x="2838" y="21403"/>
                </a:cubicBezTo>
                <a:cubicBezTo>
                  <a:pt x="3027" y="21596"/>
                  <a:pt x="3335" y="21593"/>
                  <a:pt x="3548" y="21414"/>
                </a:cubicBezTo>
                <a:cubicBezTo>
                  <a:pt x="3624" y="21350"/>
                  <a:pt x="3679" y="21268"/>
                  <a:pt x="3745" y="21195"/>
                </a:cubicBezTo>
                <a:cubicBezTo>
                  <a:pt x="5406" y="19353"/>
                  <a:pt x="7068" y="17510"/>
                  <a:pt x="8732" y="15669"/>
                </a:cubicBezTo>
                <a:cubicBezTo>
                  <a:pt x="8850" y="15538"/>
                  <a:pt x="8982" y="15417"/>
                  <a:pt x="9151" y="15248"/>
                </a:cubicBezTo>
                <a:cubicBezTo>
                  <a:pt x="9312" y="15457"/>
                  <a:pt x="9442" y="15618"/>
                  <a:pt x="9566" y="15782"/>
                </a:cubicBezTo>
                <a:cubicBezTo>
                  <a:pt x="10552" y="17091"/>
                  <a:pt x="11622" y="18348"/>
                  <a:pt x="12799" y="19538"/>
                </a:cubicBezTo>
                <a:cubicBezTo>
                  <a:pt x="13137" y="19880"/>
                  <a:pt x="13363" y="19913"/>
                  <a:pt x="13764" y="19639"/>
                </a:cubicBezTo>
                <a:cubicBezTo>
                  <a:pt x="14071" y="19429"/>
                  <a:pt x="14340" y="19181"/>
                  <a:pt x="14638" y="18942"/>
                </a:cubicBezTo>
                <a:cubicBezTo>
                  <a:pt x="14977" y="19118"/>
                  <a:pt x="15325" y="19299"/>
                  <a:pt x="15670" y="19479"/>
                </a:cubicBezTo>
                <a:cubicBezTo>
                  <a:pt x="15874" y="19336"/>
                  <a:pt x="16024" y="19228"/>
                  <a:pt x="16179" y="19123"/>
                </a:cubicBezTo>
                <a:cubicBezTo>
                  <a:pt x="16407" y="18969"/>
                  <a:pt x="16586" y="18817"/>
                  <a:pt x="16625" y="18532"/>
                </a:cubicBezTo>
                <a:cubicBezTo>
                  <a:pt x="16663" y="18245"/>
                  <a:pt x="16848" y="17980"/>
                  <a:pt x="17238" y="17893"/>
                </a:cubicBezTo>
                <a:cubicBezTo>
                  <a:pt x="17537" y="17826"/>
                  <a:pt x="17736" y="17646"/>
                  <a:pt x="17893" y="17435"/>
                </a:cubicBezTo>
                <a:cubicBezTo>
                  <a:pt x="18144" y="17098"/>
                  <a:pt x="18337" y="16737"/>
                  <a:pt x="18424" y="16377"/>
                </a:cubicBezTo>
                <a:cubicBezTo>
                  <a:pt x="16705" y="14528"/>
                  <a:pt x="15014" y="12708"/>
                  <a:pt x="13308" y="10873"/>
                </a:cubicBezTo>
                <a:cubicBezTo>
                  <a:pt x="13494" y="10665"/>
                  <a:pt x="13612" y="10530"/>
                  <a:pt x="13734" y="10397"/>
                </a:cubicBezTo>
                <a:cubicBezTo>
                  <a:pt x="15805" y="8137"/>
                  <a:pt x="18039" y="6000"/>
                  <a:pt x="20413" y="3968"/>
                </a:cubicBezTo>
                <a:cubicBezTo>
                  <a:pt x="20703" y="3719"/>
                  <a:pt x="20983" y="3471"/>
                  <a:pt x="21190" y="3153"/>
                </a:cubicBezTo>
                <a:cubicBezTo>
                  <a:pt x="21585" y="2544"/>
                  <a:pt x="21600" y="2565"/>
                  <a:pt x="21129" y="2026"/>
                </a:cubicBezTo>
                <a:cubicBezTo>
                  <a:pt x="20955" y="1827"/>
                  <a:pt x="20762" y="1776"/>
                  <a:pt x="20487" y="1772"/>
                </a:cubicBezTo>
                <a:cubicBezTo>
                  <a:pt x="19961" y="1764"/>
                  <a:pt x="19720" y="1486"/>
                  <a:pt x="19806" y="1064"/>
                </a:cubicBezTo>
                <a:cubicBezTo>
                  <a:pt x="19825" y="971"/>
                  <a:pt x="19804" y="847"/>
                  <a:pt x="19743" y="773"/>
                </a:cubicBezTo>
                <a:cubicBezTo>
                  <a:pt x="19597" y="599"/>
                  <a:pt x="19434" y="429"/>
                  <a:pt x="19245" y="289"/>
                </a:cubicBezTo>
                <a:cubicBezTo>
                  <a:pt x="18978" y="92"/>
                  <a:pt x="18816" y="-4"/>
                  <a:pt x="18655" y="0"/>
                </a:cubicBezTo>
                <a:close/>
              </a:path>
            </a:pathLst>
          </a:custGeom>
          <a:solidFill>
            <a:srgbClr val="EB220C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10053649" y="6638222"/>
            <a:ext cx="324675" cy="324675"/>
          </a:xfrm>
          <a:custGeom>
            <a:rect b="b" l="l" r="r" t="t"/>
            <a:pathLst>
              <a:path extrusionOk="0" h="21600" w="21600">
                <a:moveTo>
                  <a:pt x="10801" y="0"/>
                </a:moveTo>
                <a:cubicBezTo>
                  <a:pt x="4836" y="0"/>
                  <a:pt x="0" y="4834"/>
                  <a:pt x="0" y="10799"/>
                </a:cubicBezTo>
                <a:cubicBezTo>
                  <a:pt x="0" y="16764"/>
                  <a:pt x="4836" y="21600"/>
                  <a:pt x="10801" y="21600"/>
                </a:cubicBezTo>
                <a:cubicBezTo>
                  <a:pt x="16766" y="21600"/>
                  <a:pt x="21600" y="16764"/>
                  <a:pt x="21600" y="10799"/>
                </a:cubicBezTo>
                <a:cubicBezTo>
                  <a:pt x="21600" y="4834"/>
                  <a:pt x="16766" y="0"/>
                  <a:pt x="10801" y="0"/>
                </a:cubicBezTo>
                <a:close/>
                <a:moveTo>
                  <a:pt x="16337" y="5557"/>
                </a:moveTo>
                <a:cubicBezTo>
                  <a:pt x="16555" y="5556"/>
                  <a:pt x="16774" y="5639"/>
                  <a:pt x="16939" y="5803"/>
                </a:cubicBezTo>
                <a:lnTo>
                  <a:pt x="17480" y="6344"/>
                </a:lnTo>
                <a:cubicBezTo>
                  <a:pt x="17810" y="6674"/>
                  <a:pt x="17809" y="7209"/>
                  <a:pt x="17485" y="7539"/>
                </a:cubicBezTo>
                <a:lnTo>
                  <a:pt x="7826" y="17269"/>
                </a:lnTo>
                <a:cubicBezTo>
                  <a:pt x="7497" y="17604"/>
                  <a:pt x="6955" y="17604"/>
                  <a:pt x="6625" y="17269"/>
                </a:cubicBezTo>
                <a:lnTo>
                  <a:pt x="3230" y="13872"/>
                </a:lnTo>
                <a:cubicBezTo>
                  <a:pt x="2900" y="13542"/>
                  <a:pt x="2900" y="13007"/>
                  <a:pt x="3230" y="12677"/>
                </a:cubicBezTo>
                <a:lnTo>
                  <a:pt x="3770" y="12136"/>
                </a:lnTo>
                <a:cubicBezTo>
                  <a:pt x="4100" y="11806"/>
                  <a:pt x="4635" y="11806"/>
                  <a:pt x="4965" y="12136"/>
                </a:cubicBezTo>
                <a:lnTo>
                  <a:pt x="7166" y="14336"/>
                </a:lnTo>
                <a:cubicBezTo>
                  <a:pt x="7198" y="14369"/>
                  <a:pt x="7253" y="14369"/>
                  <a:pt x="7286" y="14336"/>
                </a:cubicBezTo>
                <a:lnTo>
                  <a:pt x="15737" y="5809"/>
                </a:lnTo>
                <a:cubicBezTo>
                  <a:pt x="15902" y="5641"/>
                  <a:pt x="16120" y="5557"/>
                  <a:pt x="16337" y="555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10053649" y="5222187"/>
            <a:ext cx="324675" cy="324675"/>
          </a:xfrm>
          <a:custGeom>
            <a:rect b="b" l="l" r="r" t="t"/>
            <a:pathLst>
              <a:path extrusionOk="0" h="21600" w="21600">
                <a:moveTo>
                  <a:pt x="10801" y="0"/>
                </a:moveTo>
                <a:cubicBezTo>
                  <a:pt x="4836" y="0"/>
                  <a:pt x="0" y="4834"/>
                  <a:pt x="0" y="10799"/>
                </a:cubicBezTo>
                <a:cubicBezTo>
                  <a:pt x="0" y="16764"/>
                  <a:pt x="4836" y="21600"/>
                  <a:pt x="10801" y="21600"/>
                </a:cubicBezTo>
                <a:cubicBezTo>
                  <a:pt x="16766" y="21600"/>
                  <a:pt x="21600" y="16764"/>
                  <a:pt x="21600" y="10799"/>
                </a:cubicBezTo>
                <a:cubicBezTo>
                  <a:pt x="21600" y="4834"/>
                  <a:pt x="16766" y="0"/>
                  <a:pt x="10801" y="0"/>
                </a:cubicBezTo>
                <a:close/>
                <a:moveTo>
                  <a:pt x="16337" y="5557"/>
                </a:moveTo>
                <a:cubicBezTo>
                  <a:pt x="16555" y="5556"/>
                  <a:pt x="16774" y="5639"/>
                  <a:pt x="16939" y="5803"/>
                </a:cubicBezTo>
                <a:lnTo>
                  <a:pt x="17480" y="6344"/>
                </a:lnTo>
                <a:cubicBezTo>
                  <a:pt x="17810" y="6674"/>
                  <a:pt x="17809" y="7209"/>
                  <a:pt x="17485" y="7539"/>
                </a:cubicBezTo>
                <a:lnTo>
                  <a:pt x="7826" y="17269"/>
                </a:lnTo>
                <a:cubicBezTo>
                  <a:pt x="7497" y="17604"/>
                  <a:pt x="6955" y="17604"/>
                  <a:pt x="6625" y="17269"/>
                </a:cubicBezTo>
                <a:lnTo>
                  <a:pt x="3230" y="13872"/>
                </a:lnTo>
                <a:cubicBezTo>
                  <a:pt x="2900" y="13542"/>
                  <a:pt x="2900" y="13007"/>
                  <a:pt x="3230" y="12677"/>
                </a:cubicBezTo>
                <a:lnTo>
                  <a:pt x="3770" y="12136"/>
                </a:lnTo>
                <a:cubicBezTo>
                  <a:pt x="4100" y="11806"/>
                  <a:pt x="4635" y="11806"/>
                  <a:pt x="4965" y="12136"/>
                </a:cubicBezTo>
                <a:lnTo>
                  <a:pt x="7166" y="14336"/>
                </a:lnTo>
                <a:cubicBezTo>
                  <a:pt x="7198" y="14369"/>
                  <a:pt x="7253" y="14369"/>
                  <a:pt x="7286" y="14336"/>
                </a:cubicBezTo>
                <a:lnTo>
                  <a:pt x="15737" y="5809"/>
                </a:lnTo>
                <a:cubicBezTo>
                  <a:pt x="15902" y="5641"/>
                  <a:pt x="16120" y="5557"/>
                  <a:pt x="16337" y="555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10053649" y="5565087"/>
            <a:ext cx="324675" cy="324675"/>
          </a:xfrm>
          <a:custGeom>
            <a:rect b="b" l="l" r="r" t="t"/>
            <a:pathLst>
              <a:path extrusionOk="0" h="21600" w="21600">
                <a:moveTo>
                  <a:pt x="10801" y="0"/>
                </a:moveTo>
                <a:cubicBezTo>
                  <a:pt x="4836" y="0"/>
                  <a:pt x="0" y="4834"/>
                  <a:pt x="0" y="10799"/>
                </a:cubicBezTo>
                <a:cubicBezTo>
                  <a:pt x="0" y="16764"/>
                  <a:pt x="4836" y="21600"/>
                  <a:pt x="10801" y="21600"/>
                </a:cubicBezTo>
                <a:cubicBezTo>
                  <a:pt x="16766" y="21600"/>
                  <a:pt x="21600" y="16764"/>
                  <a:pt x="21600" y="10799"/>
                </a:cubicBezTo>
                <a:cubicBezTo>
                  <a:pt x="21600" y="4834"/>
                  <a:pt x="16766" y="0"/>
                  <a:pt x="10801" y="0"/>
                </a:cubicBezTo>
                <a:close/>
                <a:moveTo>
                  <a:pt x="16337" y="5557"/>
                </a:moveTo>
                <a:cubicBezTo>
                  <a:pt x="16555" y="5556"/>
                  <a:pt x="16774" y="5639"/>
                  <a:pt x="16939" y="5803"/>
                </a:cubicBezTo>
                <a:lnTo>
                  <a:pt x="17480" y="6344"/>
                </a:lnTo>
                <a:cubicBezTo>
                  <a:pt x="17810" y="6674"/>
                  <a:pt x="17809" y="7209"/>
                  <a:pt x="17485" y="7539"/>
                </a:cubicBezTo>
                <a:lnTo>
                  <a:pt x="7826" y="17269"/>
                </a:lnTo>
                <a:cubicBezTo>
                  <a:pt x="7497" y="17604"/>
                  <a:pt x="6955" y="17604"/>
                  <a:pt x="6625" y="17269"/>
                </a:cubicBezTo>
                <a:lnTo>
                  <a:pt x="3230" y="13872"/>
                </a:lnTo>
                <a:cubicBezTo>
                  <a:pt x="2900" y="13542"/>
                  <a:pt x="2900" y="13007"/>
                  <a:pt x="3230" y="12677"/>
                </a:cubicBezTo>
                <a:lnTo>
                  <a:pt x="3770" y="12136"/>
                </a:lnTo>
                <a:cubicBezTo>
                  <a:pt x="4100" y="11806"/>
                  <a:pt x="4635" y="11806"/>
                  <a:pt x="4965" y="12136"/>
                </a:cubicBezTo>
                <a:lnTo>
                  <a:pt x="7166" y="14336"/>
                </a:lnTo>
                <a:cubicBezTo>
                  <a:pt x="7198" y="14369"/>
                  <a:pt x="7253" y="14369"/>
                  <a:pt x="7286" y="14336"/>
                </a:cubicBezTo>
                <a:lnTo>
                  <a:pt x="15737" y="5809"/>
                </a:lnTo>
                <a:cubicBezTo>
                  <a:pt x="15902" y="5641"/>
                  <a:pt x="16120" y="5557"/>
                  <a:pt x="16337" y="555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10090821" y="5972450"/>
            <a:ext cx="250331" cy="24018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10057353" y="6295322"/>
            <a:ext cx="324675" cy="324675"/>
          </a:xfrm>
          <a:custGeom>
            <a:rect b="b" l="l" r="r" t="t"/>
            <a:pathLst>
              <a:path extrusionOk="0" h="21600" w="21600">
                <a:moveTo>
                  <a:pt x="10801" y="0"/>
                </a:moveTo>
                <a:cubicBezTo>
                  <a:pt x="4836" y="0"/>
                  <a:pt x="0" y="4834"/>
                  <a:pt x="0" y="10799"/>
                </a:cubicBezTo>
                <a:cubicBezTo>
                  <a:pt x="0" y="16764"/>
                  <a:pt x="4836" y="21600"/>
                  <a:pt x="10801" y="21600"/>
                </a:cubicBezTo>
                <a:cubicBezTo>
                  <a:pt x="16766" y="21600"/>
                  <a:pt x="21600" y="16764"/>
                  <a:pt x="21600" y="10799"/>
                </a:cubicBezTo>
                <a:cubicBezTo>
                  <a:pt x="21600" y="4834"/>
                  <a:pt x="16766" y="0"/>
                  <a:pt x="10801" y="0"/>
                </a:cubicBezTo>
                <a:close/>
                <a:moveTo>
                  <a:pt x="16337" y="5557"/>
                </a:moveTo>
                <a:cubicBezTo>
                  <a:pt x="16555" y="5556"/>
                  <a:pt x="16774" y="5639"/>
                  <a:pt x="16939" y="5803"/>
                </a:cubicBezTo>
                <a:lnTo>
                  <a:pt x="17480" y="6344"/>
                </a:lnTo>
                <a:cubicBezTo>
                  <a:pt x="17810" y="6674"/>
                  <a:pt x="17809" y="7209"/>
                  <a:pt x="17485" y="7539"/>
                </a:cubicBezTo>
                <a:lnTo>
                  <a:pt x="7826" y="17269"/>
                </a:lnTo>
                <a:cubicBezTo>
                  <a:pt x="7497" y="17604"/>
                  <a:pt x="6955" y="17604"/>
                  <a:pt x="6625" y="17269"/>
                </a:cubicBezTo>
                <a:lnTo>
                  <a:pt x="3230" y="13872"/>
                </a:lnTo>
                <a:cubicBezTo>
                  <a:pt x="2900" y="13542"/>
                  <a:pt x="2900" y="13007"/>
                  <a:pt x="3230" y="12677"/>
                </a:cubicBezTo>
                <a:lnTo>
                  <a:pt x="3770" y="12136"/>
                </a:lnTo>
                <a:cubicBezTo>
                  <a:pt x="4100" y="11806"/>
                  <a:pt x="4635" y="11806"/>
                  <a:pt x="4965" y="12136"/>
                </a:cubicBezTo>
                <a:lnTo>
                  <a:pt x="7166" y="14336"/>
                </a:lnTo>
                <a:cubicBezTo>
                  <a:pt x="7198" y="14369"/>
                  <a:pt x="7253" y="14369"/>
                  <a:pt x="7286" y="14336"/>
                </a:cubicBezTo>
                <a:lnTo>
                  <a:pt x="15737" y="5809"/>
                </a:lnTo>
                <a:cubicBezTo>
                  <a:pt x="15902" y="5641"/>
                  <a:pt x="16120" y="5557"/>
                  <a:pt x="16337" y="555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10147533" y="6007275"/>
            <a:ext cx="144316" cy="170534"/>
          </a:xfrm>
          <a:custGeom>
            <a:rect b="b" l="l" r="r" t="t"/>
            <a:pathLst>
              <a:path extrusionOk="0" h="21548" w="21484">
                <a:moveTo>
                  <a:pt x="18655" y="0"/>
                </a:moveTo>
                <a:cubicBezTo>
                  <a:pt x="18494" y="5"/>
                  <a:pt x="18333" y="109"/>
                  <a:pt x="18066" y="314"/>
                </a:cubicBezTo>
                <a:cubicBezTo>
                  <a:pt x="15478" y="2289"/>
                  <a:pt x="13027" y="4381"/>
                  <a:pt x="10727" y="6600"/>
                </a:cubicBezTo>
                <a:cubicBezTo>
                  <a:pt x="10587" y="6735"/>
                  <a:pt x="10434" y="6862"/>
                  <a:pt x="10258" y="7020"/>
                </a:cubicBezTo>
                <a:cubicBezTo>
                  <a:pt x="10102" y="6832"/>
                  <a:pt x="9974" y="6685"/>
                  <a:pt x="9856" y="6533"/>
                </a:cubicBezTo>
                <a:cubicBezTo>
                  <a:pt x="8908" y="5315"/>
                  <a:pt x="7971" y="4091"/>
                  <a:pt x="7009" y="2882"/>
                </a:cubicBezTo>
                <a:cubicBezTo>
                  <a:pt x="6625" y="2399"/>
                  <a:pt x="6178" y="1951"/>
                  <a:pt x="5769" y="1483"/>
                </a:cubicBezTo>
                <a:cubicBezTo>
                  <a:pt x="5573" y="1260"/>
                  <a:pt x="5327" y="1254"/>
                  <a:pt x="5044" y="1314"/>
                </a:cubicBezTo>
                <a:cubicBezTo>
                  <a:pt x="4759" y="1375"/>
                  <a:pt x="4593" y="1540"/>
                  <a:pt x="4590" y="1770"/>
                </a:cubicBezTo>
                <a:cubicBezTo>
                  <a:pt x="4583" y="2129"/>
                  <a:pt x="4349" y="2291"/>
                  <a:pt x="3989" y="2389"/>
                </a:cubicBezTo>
                <a:cubicBezTo>
                  <a:pt x="3741" y="2232"/>
                  <a:pt x="3498" y="2079"/>
                  <a:pt x="3221" y="1904"/>
                </a:cubicBezTo>
                <a:cubicBezTo>
                  <a:pt x="2922" y="2176"/>
                  <a:pt x="2660" y="2427"/>
                  <a:pt x="2382" y="2665"/>
                </a:cubicBezTo>
                <a:cubicBezTo>
                  <a:pt x="2135" y="2876"/>
                  <a:pt x="2125" y="3090"/>
                  <a:pt x="2231" y="3371"/>
                </a:cubicBezTo>
                <a:cubicBezTo>
                  <a:pt x="3179" y="5877"/>
                  <a:pt x="4394" y="8283"/>
                  <a:pt x="5880" y="10593"/>
                </a:cubicBezTo>
                <a:cubicBezTo>
                  <a:pt x="5956" y="10712"/>
                  <a:pt x="6024" y="10835"/>
                  <a:pt x="6094" y="10951"/>
                </a:cubicBezTo>
                <a:cubicBezTo>
                  <a:pt x="4046" y="12991"/>
                  <a:pt x="2019" y="15012"/>
                  <a:pt x="0" y="17024"/>
                </a:cubicBezTo>
                <a:cubicBezTo>
                  <a:pt x="166" y="17359"/>
                  <a:pt x="297" y="17644"/>
                  <a:pt x="450" y="17921"/>
                </a:cubicBezTo>
                <a:cubicBezTo>
                  <a:pt x="559" y="18117"/>
                  <a:pt x="570" y="18299"/>
                  <a:pt x="443" y="18491"/>
                </a:cubicBezTo>
                <a:cubicBezTo>
                  <a:pt x="355" y="18625"/>
                  <a:pt x="277" y="18763"/>
                  <a:pt x="214" y="18906"/>
                </a:cubicBezTo>
                <a:cubicBezTo>
                  <a:pt x="179" y="18986"/>
                  <a:pt x="139" y="19096"/>
                  <a:pt x="175" y="19164"/>
                </a:cubicBezTo>
                <a:cubicBezTo>
                  <a:pt x="462" y="19717"/>
                  <a:pt x="876" y="20186"/>
                  <a:pt x="1406" y="20550"/>
                </a:cubicBezTo>
                <a:cubicBezTo>
                  <a:pt x="1668" y="20457"/>
                  <a:pt x="1862" y="20370"/>
                  <a:pt x="2068" y="20319"/>
                </a:cubicBezTo>
                <a:cubicBezTo>
                  <a:pt x="2305" y="20259"/>
                  <a:pt x="2506" y="20384"/>
                  <a:pt x="2432" y="20567"/>
                </a:cubicBezTo>
                <a:cubicBezTo>
                  <a:pt x="2271" y="20967"/>
                  <a:pt x="2606" y="21165"/>
                  <a:pt x="2838" y="21403"/>
                </a:cubicBezTo>
                <a:cubicBezTo>
                  <a:pt x="3027" y="21596"/>
                  <a:pt x="3335" y="21593"/>
                  <a:pt x="3548" y="21414"/>
                </a:cubicBezTo>
                <a:cubicBezTo>
                  <a:pt x="3624" y="21350"/>
                  <a:pt x="3679" y="21268"/>
                  <a:pt x="3745" y="21195"/>
                </a:cubicBezTo>
                <a:cubicBezTo>
                  <a:pt x="5406" y="19353"/>
                  <a:pt x="7068" y="17510"/>
                  <a:pt x="8732" y="15669"/>
                </a:cubicBezTo>
                <a:cubicBezTo>
                  <a:pt x="8850" y="15538"/>
                  <a:pt x="8982" y="15417"/>
                  <a:pt x="9151" y="15248"/>
                </a:cubicBezTo>
                <a:cubicBezTo>
                  <a:pt x="9312" y="15457"/>
                  <a:pt x="9442" y="15618"/>
                  <a:pt x="9566" y="15782"/>
                </a:cubicBezTo>
                <a:cubicBezTo>
                  <a:pt x="10552" y="17091"/>
                  <a:pt x="11622" y="18348"/>
                  <a:pt x="12799" y="19538"/>
                </a:cubicBezTo>
                <a:cubicBezTo>
                  <a:pt x="13137" y="19880"/>
                  <a:pt x="13363" y="19913"/>
                  <a:pt x="13764" y="19639"/>
                </a:cubicBezTo>
                <a:cubicBezTo>
                  <a:pt x="14071" y="19429"/>
                  <a:pt x="14340" y="19181"/>
                  <a:pt x="14638" y="18942"/>
                </a:cubicBezTo>
                <a:cubicBezTo>
                  <a:pt x="14977" y="19118"/>
                  <a:pt x="15325" y="19299"/>
                  <a:pt x="15670" y="19479"/>
                </a:cubicBezTo>
                <a:cubicBezTo>
                  <a:pt x="15874" y="19336"/>
                  <a:pt x="16024" y="19228"/>
                  <a:pt x="16179" y="19123"/>
                </a:cubicBezTo>
                <a:cubicBezTo>
                  <a:pt x="16407" y="18969"/>
                  <a:pt x="16586" y="18817"/>
                  <a:pt x="16625" y="18532"/>
                </a:cubicBezTo>
                <a:cubicBezTo>
                  <a:pt x="16663" y="18245"/>
                  <a:pt x="16848" y="17980"/>
                  <a:pt x="17238" y="17893"/>
                </a:cubicBezTo>
                <a:cubicBezTo>
                  <a:pt x="17537" y="17826"/>
                  <a:pt x="17736" y="17646"/>
                  <a:pt x="17893" y="17435"/>
                </a:cubicBezTo>
                <a:cubicBezTo>
                  <a:pt x="18144" y="17098"/>
                  <a:pt x="18337" y="16737"/>
                  <a:pt x="18424" y="16377"/>
                </a:cubicBezTo>
                <a:cubicBezTo>
                  <a:pt x="16705" y="14528"/>
                  <a:pt x="15014" y="12708"/>
                  <a:pt x="13308" y="10873"/>
                </a:cubicBezTo>
                <a:cubicBezTo>
                  <a:pt x="13494" y="10665"/>
                  <a:pt x="13612" y="10530"/>
                  <a:pt x="13734" y="10397"/>
                </a:cubicBezTo>
                <a:cubicBezTo>
                  <a:pt x="15805" y="8137"/>
                  <a:pt x="18039" y="6000"/>
                  <a:pt x="20413" y="3968"/>
                </a:cubicBezTo>
                <a:cubicBezTo>
                  <a:pt x="20703" y="3719"/>
                  <a:pt x="20983" y="3471"/>
                  <a:pt x="21190" y="3153"/>
                </a:cubicBezTo>
                <a:cubicBezTo>
                  <a:pt x="21585" y="2544"/>
                  <a:pt x="21600" y="2565"/>
                  <a:pt x="21129" y="2026"/>
                </a:cubicBezTo>
                <a:cubicBezTo>
                  <a:pt x="20955" y="1827"/>
                  <a:pt x="20762" y="1776"/>
                  <a:pt x="20487" y="1772"/>
                </a:cubicBezTo>
                <a:cubicBezTo>
                  <a:pt x="19961" y="1764"/>
                  <a:pt x="19720" y="1486"/>
                  <a:pt x="19806" y="1064"/>
                </a:cubicBezTo>
                <a:cubicBezTo>
                  <a:pt x="19825" y="971"/>
                  <a:pt x="19804" y="847"/>
                  <a:pt x="19743" y="773"/>
                </a:cubicBezTo>
                <a:cubicBezTo>
                  <a:pt x="19597" y="599"/>
                  <a:pt x="19434" y="429"/>
                  <a:pt x="19245" y="289"/>
                </a:cubicBezTo>
                <a:cubicBezTo>
                  <a:pt x="18978" y="92"/>
                  <a:pt x="18816" y="-4"/>
                  <a:pt x="18655" y="0"/>
                </a:cubicBezTo>
                <a:close/>
              </a:path>
            </a:pathLst>
          </a:custGeom>
          <a:solidFill>
            <a:srgbClr val="EB220C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idx="4294967295" type="subTitle"/>
          </p:nvPr>
        </p:nvSpPr>
        <p:spPr>
          <a:xfrm>
            <a:off x="1371191" y="756540"/>
            <a:ext cx="10464801" cy="11303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4"/>
              <a:buFont typeface="Helvetica Neue"/>
              <a:buNone/>
            </a:pPr>
            <a:r>
              <a:rPr b="0" i="0" lang="en-US" sz="3404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Solo los necesarios según el contexto en el que estemos trabajando</a:t>
            </a:r>
            <a:endParaRPr/>
          </a:p>
        </p:txBody>
      </p:sp>
      <p:sp>
        <p:nvSpPr>
          <p:cNvPr id="120" name="Google Shape;120;p5"/>
          <p:cNvSpPr txBox="1"/>
          <p:nvPr/>
        </p:nvSpPr>
        <p:spPr>
          <a:xfrm>
            <a:off x="1371191" y="2783000"/>
            <a:ext cx="10464801" cy="11303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0"/>
              <a:buFont typeface="Helvetica Neue"/>
              <a:buNone/>
            </a:pPr>
            <a:r>
              <a:rPr b="0" i="0" lang="en-US" sz="333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Describir un </a:t>
            </a:r>
            <a:r>
              <a:rPr b="1" i="0" lang="en-US" sz="333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objeto</a:t>
            </a:r>
            <a:r>
              <a:rPr b="0" i="0" lang="en-US" sz="333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 sus </a:t>
            </a:r>
            <a:r>
              <a:rPr b="1" i="0" lang="en-US" sz="333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atributos</a:t>
            </a:r>
            <a:r>
              <a:rPr b="0" i="0" lang="en-US" sz="333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 </a:t>
            </a:r>
            <a:r>
              <a:rPr b="1" i="0" lang="en-US" sz="333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responsabilidades</a:t>
            </a:r>
            <a:r>
              <a:rPr b="0" i="0" lang="en-US" sz="333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ignorando otras</a:t>
            </a:r>
            <a:endParaRPr/>
          </a:p>
        </p:txBody>
      </p:sp>
      <p:sp>
        <p:nvSpPr>
          <p:cNvPr id="121" name="Google Shape;121;p5"/>
          <p:cNvSpPr txBox="1"/>
          <p:nvPr/>
        </p:nvSpPr>
        <p:spPr>
          <a:xfrm>
            <a:off x="1371191" y="5183089"/>
            <a:ext cx="10464801" cy="11303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b="0" i="0" lang="en-US" sz="3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ABSTRACCION</a:t>
            </a:r>
            <a:endParaRPr/>
          </a:p>
        </p:txBody>
      </p:sp>
      <p:pic>
        <p:nvPicPr>
          <p:cNvPr descr="Óvalo" id="122" name="Google Shape;122;p5"/>
          <p:cNvPicPr preferRelativeResize="0"/>
          <p:nvPr/>
        </p:nvPicPr>
        <p:blipFill rotWithShape="1">
          <a:blip r:embed="rId3">
            <a:alphaModFix amt="70239"/>
          </a:blip>
          <a:srcRect b="0" l="0" r="0" t="0"/>
          <a:stretch/>
        </p:blipFill>
        <p:spPr>
          <a:xfrm rot="-317754">
            <a:off x="4062732" y="4828822"/>
            <a:ext cx="4879336" cy="1520822"/>
          </a:xfrm>
          <a:prstGeom prst="rect">
            <a:avLst/>
          </a:prstGeom>
          <a:noFill/>
          <a:ln>
            <a:noFill/>
          </a:ln>
          <a:effectLst>
            <a:outerShdw blurRad="63500" rotWithShape="0">
              <a:srgbClr val="000000">
                <a:alpha val="49803"/>
              </a:srgbClr>
            </a:outerShdw>
          </a:effectLst>
        </p:spPr>
      </p:pic>
      <p:pic>
        <p:nvPicPr>
          <p:cNvPr descr="Imagen" id="123" name="Google Shape;12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32547" y="5442135"/>
            <a:ext cx="3059468" cy="3404003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5"/>
          <p:cNvSpPr txBox="1"/>
          <p:nvPr/>
        </p:nvSpPr>
        <p:spPr>
          <a:xfrm>
            <a:off x="9432547" y="8760260"/>
            <a:ext cx="3059468" cy="11303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b="0" i="0" lang="en-US" sz="3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Aristoteles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6"/>
          <p:cNvGrpSpPr/>
          <p:nvPr/>
        </p:nvGrpSpPr>
        <p:grpSpPr>
          <a:xfrm>
            <a:off x="3281122" y="2063258"/>
            <a:ext cx="7088735" cy="4756238"/>
            <a:chOff x="-1" y="-1"/>
            <a:chExt cx="7088733" cy="4756237"/>
          </a:xfrm>
        </p:grpSpPr>
        <p:sp>
          <p:nvSpPr>
            <p:cNvPr id="130" name="Google Shape;130;p6"/>
            <p:cNvSpPr/>
            <p:nvPr/>
          </p:nvSpPr>
          <p:spPr>
            <a:xfrm>
              <a:off x="53881" y="53881"/>
              <a:ext cx="6980969" cy="464847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Helvetica Neue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CONEXTO</a:t>
              </a:r>
              <a:endParaRPr/>
            </a:p>
          </p:txBody>
        </p:sp>
        <p:pic>
          <p:nvPicPr>
            <p:cNvPr descr="CONEXTO" id="131" name="Google Shape;131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" y="-1"/>
              <a:ext cx="7088733" cy="475623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2" name="Google Shape;132;p6"/>
          <p:cNvGrpSpPr/>
          <p:nvPr/>
        </p:nvGrpSpPr>
        <p:grpSpPr>
          <a:xfrm>
            <a:off x="4179817" y="2988170"/>
            <a:ext cx="5569929" cy="2906414"/>
            <a:chOff x="-1" y="0"/>
            <a:chExt cx="5569927" cy="2906413"/>
          </a:xfrm>
        </p:grpSpPr>
        <p:sp>
          <p:nvSpPr>
            <p:cNvPr id="133" name="Google Shape;133;p6"/>
            <p:cNvSpPr/>
            <p:nvPr/>
          </p:nvSpPr>
          <p:spPr>
            <a:xfrm>
              <a:off x="53881" y="53881"/>
              <a:ext cx="5462163" cy="279865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Helvetica Neue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OBJETO</a:t>
              </a:r>
              <a:endParaRPr/>
            </a:p>
          </p:txBody>
        </p:sp>
        <p:pic>
          <p:nvPicPr>
            <p:cNvPr descr="OBJETO" id="134" name="Google Shape;13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1" y="0"/>
              <a:ext cx="5569927" cy="290641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5" name="Google Shape;135;p6"/>
          <p:cNvGrpSpPr/>
          <p:nvPr/>
        </p:nvGrpSpPr>
        <p:grpSpPr>
          <a:xfrm>
            <a:off x="5939960" y="3007584"/>
            <a:ext cx="3867707" cy="1498805"/>
            <a:chOff x="-1" y="-1"/>
            <a:chExt cx="3867706" cy="1498804"/>
          </a:xfrm>
        </p:grpSpPr>
        <p:sp>
          <p:nvSpPr>
            <p:cNvPr id="136" name="Google Shape;136;p6"/>
            <p:cNvSpPr/>
            <p:nvPr/>
          </p:nvSpPr>
          <p:spPr>
            <a:xfrm>
              <a:off x="53881" y="53881"/>
              <a:ext cx="3759943" cy="13910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Helvetica Neue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ATRIBUTOS</a:t>
              </a:r>
              <a:endParaRPr/>
            </a:p>
          </p:txBody>
        </p:sp>
        <p:pic>
          <p:nvPicPr>
            <p:cNvPr descr="ATRIBUTOS" id="137" name="Google Shape;137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1" y="-1"/>
              <a:ext cx="3867706" cy="149880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8" name="Google Shape;138;p6"/>
          <p:cNvGrpSpPr/>
          <p:nvPr/>
        </p:nvGrpSpPr>
        <p:grpSpPr>
          <a:xfrm>
            <a:off x="5939960" y="4388211"/>
            <a:ext cx="3867707" cy="1498805"/>
            <a:chOff x="-1" y="-1"/>
            <a:chExt cx="3867706" cy="1498804"/>
          </a:xfrm>
        </p:grpSpPr>
        <p:sp>
          <p:nvSpPr>
            <p:cNvPr id="139" name="Google Shape;139;p6"/>
            <p:cNvSpPr/>
            <p:nvPr/>
          </p:nvSpPr>
          <p:spPr>
            <a:xfrm>
              <a:off x="53881" y="53881"/>
              <a:ext cx="3759943" cy="13910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Helvetica Neue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RESPONSABILIDADES</a:t>
              </a:r>
              <a:endParaRPr/>
            </a:p>
          </p:txBody>
        </p:sp>
        <p:pic>
          <p:nvPicPr>
            <p:cNvPr descr="RESPONSABILIDADES" id="140" name="Google Shape;140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1" y="-1"/>
              <a:ext cx="3867706" cy="149880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 txBox="1"/>
          <p:nvPr>
            <p:ph idx="4294967295" type="subTitle"/>
          </p:nvPr>
        </p:nvSpPr>
        <p:spPr>
          <a:xfrm>
            <a:off x="-2742904" y="1201040"/>
            <a:ext cx="10464801" cy="11303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b="0" i="0" lang="en-US" sz="3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Contexto A</a:t>
            </a:r>
            <a:endParaRPr/>
          </a:p>
        </p:txBody>
      </p:sp>
      <p:sp>
        <p:nvSpPr>
          <p:cNvPr id="146" name="Google Shape;146;p7"/>
          <p:cNvSpPr txBox="1"/>
          <p:nvPr/>
        </p:nvSpPr>
        <p:spPr>
          <a:xfrm>
            <a:off x="-2742904" y="2293240"/>
            <a:ext cx="10464801" cy="11303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2"/>
              <a:buFont typeface="Helvetica Neue"/>
              <a:buNone/>
            </a:pPr>
            <a:r>
              <a:rPr b="0" i="0" lang="en-US" sz="1702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Necesitamos contar la cantidad de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2"/>
              <a:buFont typeface="Helvetica Neue"/>
              <a:buNone/>
            </a:pPr>
            <a:r>
              <a:rPr b="0" i="0" lang="en-US" sz="1702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manzanas que tenemos de cada color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2"/>
              <a:buFont typeface="Helvetica Neue"/>
              <a:buNone/>
            </a:pPr>
            <a:r>
              <a:t/>
            </a:r>
            <a:endParaRPr b="0" i="0" sz="1702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" name="Google Shape;147;p7"/>
          <p:cNvSpPr txBox="1"/>
          <p:nvPr/>
        </p:nvSpPr>
        <p:spPr>
          <a:xfrm>
            <a:off x="7370389" y="2305940"/>
            <a:ext cx="5240167" cy="11303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6"/>
              <a:buFont typeface="Helvetica Neue"/>
              <a:buNone/>
            </a:pPr>
            <a:r>
              <a:rPr b="0" i="0" lang="en-US" sz="1776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Necesitamos seleccionar manzanas para exportar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6"/>
              <a:buFont typeface="Helvetica Neue"/>
              <a:buNone/>
            </a:pPr>
            <a:r>
              <a:rPr b="0" i="0" lang="en-US" sz="1776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pudiendo ser solo aquellas cuyo peso unitario sea de 150g y 7 cm de alto</a:t>
            </a:r>
            <a:endParaRPr/>
          </a:p>
        </p:txBody>
      </p:sp>
      <p:sp>
        <p:nvSpPr>
          <p:cNvPr id="148" name="Google Shape;148;p7"/>
          <p:cNvSpPr txBox="1"/>
          <p:nvPr/>
        </p:nvSpPr>
        <p:spPr>
          <a:xfrm>
            <a:off x="4589287" y="1201040"/>
            <a:ext cx="10464801" cy="11303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b="0" i="0" lang="en-US" sz="3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Contexto B</a:t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1240182" y="3507511"/>
            <a:ext cx="993304" cy="1130301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2538945" y="3507511"/>
            <a:ext cx="993304" cy="1130301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rgbClr val="EB220C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7156715" y="4132592"/>
            <a:ext cx="577653" cy="657324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rgbClr val="EB220C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10807688" y="3839446"/>
            <a:ext cx="1270934" cy="1446222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rgbClr val="EB220C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30127" y="4849130"/>
            <a:ext cx="993304" cy="1130301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1741553" y="4849130"/>
            <a:ext cx="993304" cy="1130301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rgbClr val="EB220C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3165314" y="4849130"/>
            <a:ext cx="993304" cy="1130301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7103476" y="3589357"/>
            <a:ext cx="2227042" cy="1946400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cubicBezTo>
                  <a:pt x="10226" y="0"/>
                  <a:pt x="9760" y="531"/>
                  <a:pt x="9761" y="1187"/>
                </a:cubicBezTo>
                <a:cubicBezTo>
                  <a:pt x="9761" y="1611"/>
                  <a:pt x="9955" y="1983"/>
                  <a:pt x="10247" y="2193"/>
                </a:cubicBezTo>
                <a:lnTo>
                  <a:pt x="10247" y="2956"/>
                </a:lnTo>
                <a:cubicBezTo>
                  <a:pt x="9939" y="3110"/>
                  <a:pt x="9689" y="3387"/>
                  <a:pt x="9546" y="3734"/>
                </a:cubicBezTo>
                <a:lnTo>
                  <a:pt x="2528" y="3734"/>
                </a:lnTo>
                <a:lnTo>
                  <a:pt x="2528" y="4844"/>
                </a:lnTo>
                <a:lnTo>
                  <a:pt x="3409" y="4844"/>
                </a:lnTo>
                <a:lnTo>
                  <a:pt x="845" y="13979"/>
                </a:lnTo>
                <a:lnTo>
                  <a:pt x="0" y="13979"/>
                </a:lnTo>
                <a:cubicBezTo>
                  <a:pt x="713" y="15444"/>
                  <a:pt x="2079" y="16435"/>
                  <a:pt x="3648" y="16435"/>
                </a:cubicBezTo>
                <a:cubicBezTo>
                  <a:pt x="5218" y="16435"/>
                  <a:pt x="6585" y="15444"/>
                  <a:pt x="7298" y="13979"/>
                </a:cubicBezTo>
                <a:lnTo>
                  <a:pt x="6453" y="13979"/>
                </a:lnTo>
                <a:lnTo>
                  <a:pt x="3888" y="4844"/>
                </a:lnTo>
                <a:lnTo>
                  <a:pt x="9469" y="4844"/>
                </a:lnTo>
                <a:cubicBezTo>
                  <a:pt x="9583" y="5301"/>
                  <a:pt x="9872" y="5673"/>
                  <a:pt x="10247" y="5860"/>
                </a:cubicBezTo>
                <a:lnTo>
                  <a:pt x="10247" y="10137"/>
                </a:lnTo>
                <a:lnTo>
                  <a:pt x="9447" y="13379"/>
                </a:lnTo>
                <a:lnTo>
                  <a:pt x="9447" y="19963"/>
                </a:lnTo>
                <a:lnTo>
                  <a:pt x="6460" y="19963"/>
                </a:lnTo>
                <a:cubicBezTo>
                  <a:pt x="6276" y="19963"/>
                  <a:pt x="6111" y="20093"/>
                  <a:pt x="6046" y="20289"/>
                </a:cubicBezTo>
                <a:lnTo>
                  <a:pt x="5613" y="21600"/>
                </a:lnTo>
                <a:lnTo>
                  <a:pt x="15987" y="21600"/>
                </a:lnTo>
                <a:lnTo>
                  <a:pt x="15552" y="20289"/>
                </a:lnTo>
                <a:cubicBezTo>
                  <a:pt x="15487" y="20093"/>
                  <a:pt x="15322" y="19963"/>
                  <a:pt x="15139" y="19963"/>
                </a:cubicBezTo>
                <a:lnTo>
                  <a:pt x="12153" y="19963"/>
                </a:lnTo>
                <a:lnTo>
                  <a:pt x="12153" y="13379"/>
                </a:lnTo>
                <a:lnTo>
                  <a:pt x="11353" y="10139"/>
                </a:lnTo>
                <a:lnTo>
                  <a:pt x="11353" y="5860"/>
                </a:lnTo>
                <a:cubicBezTo>
                  <a:pt x="11728" y="5673"/>
                  <a:pt x="12016" y="5302"/>
                  <a:pt x="12130" y="4846"/>
                </a:cubicBezTo>
                <a:lnTo>
                  <a:pt x="17710" y="4846"/>
                </a:lnTo>
                <a:lnTo>
                  <a:pt x="15147" y="13979"/>
                </a:lnTo>
                <a:lnTo>
                  <a:pt x="14302" y="13979"/>
                </a:lnTo>
                <a:cubicBezTo>
                  <a:pt x="15015" y="15444"/>
                  <a:pt x="16380" y="16435"/>
                  <a:pt x="17950" y="16435"/>
                </a:cubicBezTo>
                <a:cubicBezTo>
                  <a:pt x="19519" y="16435"/>
                  <a:pt x="20887" y="15444"/>
                  <a:pt x="21600" y="13979"/>
                </a:cubicBezTo>
                <a:lnTo>
                  <a:pt x="20753" y="13979"/>
                </a:lnTo>
                <a:lnTo>
                  <a:pt x="18190" y="4844"/>
                </a:lnTo>
                <a:lnTo>
                  <a:pt x="19072" y="4844"/>
                </a:lnTo>
                <a:lnTo>
                  <a:pt x="19072" y="3734"/>
                </a:lnTo>
                <a:lnTo>
                  <a:pt x="12052" y="3734"/>
                </a:lnTo>
                <a:cubicBezTo>
                  <a:pt x="11909" y="3388"/>
                  <a:pt x="11661" y="3110"/>
                  <a:pt x="11353" y="2956"/>
                </a:cubicBezTo>
                <a:lnTo>
                  <a:pt x="11353" y="2193"/>
                </a:lnTo>
                <a:cubicBezTo>
                  <a:pt x="11645" y="1983"/>
                  <a:pt x="11838" y="1611"/>
                  <a:pt x="11838" y="1187"/>
                </a:cubicBezTo>
                <a:cubicBezTo>
                  <a:pt x="11838" y="531"/>
                  <a:pt x="11374" y="0"/>
                  <a:pt x="10800" y="0"/>
                </a:cubicBezTo>
                <a:close/>
                <a:moveTo>
                  <a:pt x="3486" y="5791"/>
                </a:moveTo>
                <a:lnTo>
                  <a:pt x="3486" y="13979"/>
                </a:lnTo>
                <a:lnTo>
                  <a:pt x="1188" y="13979"/>
                </a:lnTo>
                <a:lnTo>
                  <a:pt x="3486" y="5791"/>
                </a:lnTo>
                <a:close/>
                <a:moveTo>
                  <a:pt x="3812" y="5791"/>
                </a:moveTo>
                <a:lnTo>
                  <a:pt x="6110" y="13979"/>
                </a:lnTo>
                <a:lnTo>
                  <a:pt x="3812" y="13979"/>
                </a:lnTo>
                <a:lnTo>
                  <a:pt x="3812" y="5791"/>
                </a:lnTo>
                <a:close/>
                <a:moveTo>
                  <a:pt x="17788" y="5791"/>
                </a:moveTo>
                <a:lnTo>
                  <a:pt x="17788" y="13979"/>
                </a:lnTo>
                <a:lnTo>
                  <a:pt x="15490" y="13979"/>
                </a:lnTo>
                <a:lnTo>
                  <a:pt x="17788" y="5791"/>
                </a:lnTo>
                <a:close/>
                <a:moveTo>
                  <a:pt x="18114" y="5791"/>
                </a:moveTo>
                <a:lnTo>
                  <a:pt x="20412" y="13979"/>
                </a:lnTo>
                <a:lnTo>
                  <a:pt x="18114" y="13979"/>
                </a:lnTo>
                <a:lnTo>
                  <a:pt x="18114" y="5791"/>
                </a:lnTo>
                <a:close/>
              </a:path>
            </a:pathLst>
          </a:custGeom>
          <a:solidFill>
            <a:srgbClr val="004C7F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" name="Google Shape;157;p7"/>
          <p:cNvSpPr/>
          <p:nvPr/>
        </p:nvSpPr>
        <p:spPr>
          <a:xfrm rot="-5400000">
            <a:off x="9615358" y="4487427"/>
            <a:ext cx="1602972" cy="297615"/>
          </a:xfrm>
          <a:custGeom>
            <a:rect b="b" l="l" r="r" t="t"/>
            <a:pathLst>
              <a:path extrusionOk="0" h="21600" w="21600">
                <a:moveTo>
                  <a:pt x="437" y="0"/>
                </a:moveTo>
                <a:cubicBezTo>
                  <a:pt x="196" y="0"/>
                  <a:pt x="0" y="1044"/>
                  <a:pt x="0" y="2342"/>
                </a:cubicBezTo>
                <a:lnTo>
                  <a:pt x="0" y="19258"/>
                </a:lnTo>
                <a:cubicBezTo>
                  <a:pt x="0" y="20556"/>
                  <a:pt x="196" y="21600"/>
                  <a:pt x="437" y="21600"/>
                </a:cubicBezTo>
                <a:lnTo>
                  <a:pt x="21163" y="21600"/>
                </a:lnTo>
                <a:cubicBezTo>
                  <a:pt x="21404" y="21600"/>
                  <a:pt x="21600" y="20556"/>
                  <a:pt x="21600" y="19258"/>
                </a:cubicBezTo>
                <a:lnTo>
                  <a:pt x="21600" y="2342"/>
                </a:lnTo>
                <a:cubicBezTo>
                  <a:pt x="21600" y="1044"/>
                  <a:pt x="21404" y="0"/>
                  <a:pt x="21163" y="0"/>
                </a:cubicBezTo>
                <a:lnTo>
                  <a:pt x="437" y="0"/>
                </a:lnTo>
                <a:close/>
                <a:moveTo>
                  <a:pt x="19439" y="7273"/>
                </a:moveTo>
                <a:cubicBezTo>
                  <a:pt x="19672" y="7273"/>
                  <a:pt x="19860" y="8287"/>
                  <a:pt x="19860" y="9542"/>
                </a:cubicBezTo>
                <a:cubicBezTo>
                  <a:pt x="19860" y="10798"/>
                  <a:pt x="19672" y="11821"/>
                  <a:pt x="19439" y="11821"/>
                </a:cubicBezTo>
                <a:cubicBezTo>
                  <a:pt x="19206" y="11821"/>
                  <a:pt x="19018" y="10797"/>
                  <a:pt x="19018" y="9542"/>
                </a:cubicBezTo>
                <a:cubicBezTo>
                  <a:pt x="19018" y="8287"/>
                  <a:pt x="19206" y="7273"/>
                  <a:pt x="19439" y="7273"/>
                </a:cubicBezTo>
                <a:close/>
                <a:moveTo>
                  <a:pt x="677" y="9478"/>
                </a:moveTo>
                <a:lnTo>
                  <a:pt x="893" y="9478"/>
                </a:lnTo>
                <a:lnTo>
                  <a:pt x="893" y="19103"/>
                </a:lnTo>
                <a:lnTo>
                  <a:pt x="677" y="19103"/>
                </a:lnTo>
                <a:lnTo>
                  <a:pt x="677" y="9478"/>
                </a:lnTo>
                <a:close/>
                <a:moveTo>
                  <a:pt x="5658" y="9478"/>
                </a:moveTo>
                <a:lnTo>
                  <a:pt x="5875" y="9478"/>
                </a:lnTo>
                <a:lnTo>
                  <a:pt x="5875" y="19103"/>
                </a:lnTo>
                <a:lnTo>
                  <a:pt x="5658" y="19103"/>
                </a:lnTo>
                <a:lnTo>
                  <a:pt x="5658" y="9478"/>
                </a:lnTo>
                <a:close/>
                <a:moveTo>
                  <a:pt x="10694" y="9478"/>
                </a:moveTo>
                <a:lnTo>
                  <a:pt x="10911" y="9478"/>
                </a:lnTo>
                <a:lnTo>
                  <a:pt x="10911" y="19103"/>
                </a:lnTo>
                <a:lnTo>
                  <a:pt x="10694" y="19103"/>
                </a:lnTo>
                <a:lnTo>
                  <a:pt x="10694" y="9478"/>
                </a:lnTo>
                <a:close/>
                <a:moveTo>
                  <a:pt x="15730" y="9478"/>
                </a:moveTo>
                <a:lnTo>
                  <a:pt x="15947" y="9478"/>
                </a:lnTo>
                <a:lnTo>
                  <a:pt x="15947" y="19103"/>
                </a:lnTo>
                <a:lnTo>
                  <a:pt x="15730" y="19103"/>
                </a:lnTo>
                <a:lnTo>
                  <a:pt x="15730" y="9478"/>
                </a:lnTo>
                <a:close/>
                <a:moveTo>
                  <a:pt x="20712" y="9478"/>
                </a:moveTo>
                <a:lnTo>
                  <a:pt x="20928" y="9478"/>
                </a:lnTo>
                <a:lnTo>
                  <a:pt x="20928" y="19103"/>
                </a:lnTo>
                <a:lnTo>
                  <a:pt x="20712" y="19103"/>
                </a:lnTo>
                <a:lnTo>
                  <a:pt x="20712" y="9478"/>
                </a:lnTo>
                <a:close/>
                <a:moveTo>
                  <a:pt x="3168" y="12395"/>
                </a:moveTo>
                <a:lnTo>
                  <a:pt x="3384" y="12395"/>
                </a:lnTo>
                <a:lnTo>
                  <a:pt x="3384" y="19103"/>
                </a:lnTo>
                <a:lnTo>
                  <a:pt x="3168" y="19103"/>
                </a:lnTo>
                <a:lnTo>
                  <a:pt x="3168" y="12395"/>
                </a:lnTo>
                <a:close/>
                <a:moveTo>
                  <a:pt x="8203" y="12395"/>
                </a:moveTo>
                <a:lnTo>
                  <a:pt x="8420" y="12395"/>
                </a:lnTo>
                <a:lnTo>
                  <a:pt x="8420" y="19103"/>
                </a:lnTo>
                <a:lnTo>
                  <a:pt x="8203" y="19103"/>
                </a:lnTo>
                <a:lnTo>
                  <a:pt x="8203" y="12395"/>
                </a:lnTo>
                <a:close/>
                <a:moveTo>
                  <a:pt x="13185" y="12395"/>
                </a:moveTo>
                <a:lnTo>
                  <a:pt x="13402" y="12395"/>
                </a:lnTo>
                <a:lnTo>
                  <a:pt x="13402" y="19103"/>
                </a:lnTo>
                <a:lnTo>
                  <a:pt x="13185" y="19103"/>
                </a:lnTo>
                <a:lnTo>
                  <a:pt x="13185" y="12395"/>
                </a:lnTo>
                <a:close/>
                <a:moveTo>
                  <a:pt x="18221" y="12395"/>
                </a:moveTo>
                <a:lnTo>
                  <a:pt x="18437" y="12395"/>
                </a:lnTo>
                <a:lnTo>
                  <a:pt x="18437" y="19103"/>
                </a:lnTo>
                <a:lnTo>
                  <a:pt x="18221" y="19103"/>
                </a:lnTo>
                <a:lnTo>
                  <a:pt x="18221" y="12395"/>
                </a:lnTo>
                <a:close/>
                <a:moveTo>
                  <a:pt x="1272" y="15020"/>
                </a:moveTo>
                <a:lnTo>
                  <a:pt x="1489" y="15020"/>
                </a:lnTo>
                <a:lnTo>
                  <a:pt x="1489" y="19103"/>
                </a:lnTo>
                <a:lnTo>
                  <a:pt x="1272" y="19103"/>
                </a:lnTo>
                <a:lnTo>
                  <a:pt x="1272" y="15020"/>
                </a:lnTo>
                <a:close/>
                <a:moveTo>
                  <a:pt x="1922" y="15020"/>
                </a:moveTo>
                <a:lnTo>
                  <a:pt x="2139" y="15020"/>
                </a:lnTo>
                <a:lnTo>
                  <a:pt x="2139" y="19103"/>
                </a:lnTo>
                <a:lnTo>
                  <a:pt x="1922" y="19103"/>
                </a:lnTo>
                <a:lnTo>
                  <a:pt x="1922" y="15020"/>
                </a:lnTo>
                <a:close/>
                <a:moveTo>
                  <a:pt x="2518" y="15020"/>
                </a:moveTo>
                <a:lnTo>
                  <a:pt x="2734" y="15020"/>
                </a:lnTo>
                <a:lnTo>
                  <a:pt x="2734" y="19103"/>
                </a:lnTo>
                <a:lnTo>
                  <a:pt x="2518" y="19103"/>
                </a:lnTo>
                <a:lnTo>
                  <a:pt x="2518" y="15020"/>
                </a:lnTo>
                <a:close/>
                <a:moveTo>
                  <a:pt x="3817" y="15020"/>
                </a:moveTo>
                <a:lnTo>
                  <a:pt x="4034" y="15020"/>
                </a:lnTo>
                <a:lnTo>
                  <a:pt x="4034" y="19103"/>
                </a:lnTo>
                <a:lnTo>
                  <a:pt x="3817" y="19103"/>
                </a:lnTo>
                <a:lnTo>
                  <a:pt x="3817" y="15020"/>
                </a:lnTo>
                <a:close/>
                <a:moveTo>
                  <a:pt x="4413" y="15020"/>
                </a:moveTo>
                <a:lnTo>
                  <a:pt x="4630" y="15020"/>
                </a:lnTo>
                <a:lnTo>
                  <a:pt x="4630" y="19103"/>
                </a:lnTo>
                <a:lnTo>
                  <a:pt x="4413" y="19103"/>
                </a:lnTo>
                <a:lnTo>
                  <a:pt x="4413" y="15020"/>
                </a:lnTo>
                <a:close/>
                <a:moveTo>
                  <a:pt x="5063" y="15020"/>
                </a:moveTo>
                <a:lnTo>
                  <a:pt x="5279" y="15020"/>
                </a:lnTo>
                <a:lnTo>
                  <a:pt x="5279" y="19103"/>
                </a:lnTo>
                <a:lnTo>
                  <a:pt x="5063" y="19103"/>
                </a:lnTo>
                <a:lnTo>
                  <a:pt x="5063" y="15020"/>
                </a:lnTo>
                <a:close/>
                <a:moveTo>
                  <a:pt x="6308" y="15020"/>
                </a:moveTo>
                <a:lnTo>
                  <a:pt x="6525" y="15020"/>
                </a:lnTo>
                <a:lnTo>
                  <a:pt x="6525" y="19103"/>
                </a:lnTo>
                <a:lnTo>
                  <a:pt x="6308" y="19103"/>
                </a:lnTo>
                <a:lnTo>
                  <a:pt x="6308" y="15020"/>
                </a:lnTo>
                <a:close/>
                <a:moveTo>
                  <a:pt x="6904" y="15020"/>
                </a:moveTo>
                <a:lnTo>
                  <a:pt x="7120" y="15020"/>
                </a:lnTo>
                <a:lnTo>
                  <a:pt x="7120" y="19103"/>
                </a:lnTo>
                <a:lnTo>
                  <a:pt x="6904" y="19103"/>
                </a:lnTo>
                <a:lnTo>
                  <a:pt x="6904" y="15020"/>
                </a:lnTo>
                <a:close/>
                <a:moveTo>
                  <a:pt x="7554" y="15020"/>
                </a:moveTo>
                <a:lnTo>
                  <a:pt x="7770" y="15020"/>
                </a:lnTo>
                <a:lnTo>
                  <a:pt x="7770" y="19103"/>
                </a:lnTo>
                <a:lnTo>
                  <a:pt x="7554" y="19103"/>
                </a:lnTo>
                <a:lnTo>
                  <a:pt x="7554" y="15020"/>
                </a:lnTo>
                <a:close/>
                <a:moveTo>
                  <a:pt x="8799" y="15020"/>
                </a:moveTo>
                <a:lnTo>
                  <a:pt x="9016" y="15020"/>
                </a:lnTo>
                <a:lnTo>
                  <a:pt x="9016" y="19103"/>
                </a:lnTo>
                <a:lnTo>
                  <a:pt x="8799" y="19103"/>
                </a:lnTo>
                <a:lnTo>
                  <a:pt x="8799" y="15020"/>
                </a:lnTo>
                <a:close/>
                <a:moveTo>
                  <a:pt x="9449" y="15020"/>
                </a:moveTo>
                <a:lnTo>
                  <a:pt x="9665" y="15020"/>
                </a:lnTo>
                <a:lnTo>
                  <a:pt x="9665" y="19103"/>
                </a:lnTo>
                <a:lnTo>
                  <a:pt x="9449" y="19103"/>
                </a:lnTo>
                <a:lnTo>
                  <a:pt x="9449" y="15020"/>
                </a:lnTo>
                <a:close/>
                <a:moveTo>
                  <a:pt x="10044" y="15020"/>
                </a:moveTo>
                <a:lnTo>
                  <a:pt x="10261" y="15020"/>
                </a:lnTo>
                <a:lnTo>
                  <a:pt x="10261" y="19103"/>
                </a:lnTo>
                <a:lnTo>
                  <a:pt x="10044" y="19103"/>
                </a:lnTo>
                <a:lnTo>
                  <a:pt x="10044" y="15020"/>
                </a:lnTo>
                <a:close/>
                <a:moveTo>
                  <a:pt x="11344" y="15020"/>
                </a:moveTo>
                <a:lnTo>
                  <a:pt x="11506" y="15020"/>
                </a:lnTo>
                <a:lnTo>
                  <a:pt x="11506" y="19103"/>
                </a:lnTo>
                <a:lnTo>
                  <a:pt x="11344" y="19103"/>
                </a:lnTo>
                <a:lnTo>
                  <a:pt x="11344" y="15020"/>
                </a:lnTo>
                <a:close/>
                <a:moveTo>
                  <a:pt x="11940" y="15020"/>
                </a:moveTo>
                <a:lnTo>
                  <a:pt x="12156" y="15020"/>
                </a:lnTo>
                <a:lnTo>
                  <a:pt x="12156" y="19103"/>
                </a:lnTo>
                <a:lnTo>
                  <a:pt x="11940" y="19103"/>
                </a:lnTo>
                <a:lnTo>
                  <a:pt x="11940" y="15020"/>
                </a:lnTo>
                <a:close/>
                <a:moveTo>
                  <a:pt x="12589" y="15020"/>
                </a:moveTo>
                <a:lnTo>
                  <a:pt x="12806" y="15020"/>
                </a:lnTo>
                <a:lnTo>
                  <a:pt x="12806" y="19103"/>
                </a:lnTo>
                <a:lnTo>
                  <a:pt x="12589" y="19103"/>
                </a:lnTo>
                <a:lnTo>
                  <a:pt x="12589" y="15020"/>
                </a:lnTo>
                <a:close/>
                <a:moveTo>
                  <a:pt x="13835" y="15020"/>
                </a:moveTo>
                <a:lnTo>
                  <a:pt x="14051" y="15020"/>
                </a:lnTo>
                <a:lnTo>
                  <a:pt x="14051" y="19103"/>
                </a:lnTo>
                <a:lnTo>
                  <a:pt x="13835" y="19103"/>
                </a:lnTo>
                <a:lnTo>
                  <a:pt x="13835" y="15020"/>
                </a:lnTo>
                <a:close/>
                <a:moveTo>
                  <a:pt x="14430" y="15020"/>
                </a:moveTo>
                <a:lnTo>
                  <a:pt x="14647" y="15020"/>
                </a:lnTo>
                <a:lnTo>
                  <a:pt x="14647" y="19103"/>
                </a:lnTo>
                <a:lnTo>
                  <a:pt x="14430" y="19103"/>
                </a:lnTo>
                <a:lnTo>
                  <a:pt x="14430" y="15020"/>
                </a:lnTo>
                <a:close/>
                <a:moveTo>
                  <a:pt x="15080" y="15020"/>
                </a:moveTo>
                <a:lnTo>
                  <a:pt x="15297" y="15020"/>
                </a:lnTo>
                <a:lnTo>
                  <a:pt x="15297" y="19103"/>
                </a:lnTo>
                <a:lnTo>
                  <a:pt x="15080" y="19103"/>
                </a:lnTo>
                <a:lnTo>
                  <a:pt x="15080" y="15020"/>
                </a:lnTo>
                <a:close/>
                <a:moveTo>
                  <a:pt x="16326" y="15020"/>
                </a:moveTo>
                <a:lnTo>
                  <a:pt x="16542" y="15020"/>
                </a:lnTo>
                <a:lnTo>
                  <a:pt x="16542" y="19103"/>
                </a:lnTo>
                <a:lnTo>
                  <a:pt x="16326" y="19103"/>
                </a:lnTo>
                <a:lnTo>
                  <a:pt x="16326" y="15020"/>
                </a:lnTo>
                <a:close/>
                <a:moveTo>
                  <a:pt x="16975" y="15020"/>
                </a:moveTo>
                <a:lnTo>
                  <a:pt x="17192" y="15020"/>
                </a:lnTo>
                <a:lnTo>
                  <a:pt x="17192" y="19103"/>
                </a:lnTo>
                <a:lnTo>
                  <a:pt x="16975" y="19103"/>
                </a:lnTo>
                <a:lnTo>
                  <a:pt x="16975" y="15020"/>
                </a:lnTo>
                <a:close/>
                <a:moveTo>
                  <a:pt x="17571" y="15020"/>
                </a:moveTo>
                <a:lnTo>
                  <a:pt x="17788" y="15020"/>
                </a:lnTo>
                <a:lnTo>
                  <a:pt x="17788" y="19103"/>
                </a:lnTo>
                <a:lnTo>
                  <a:pt x="17571" y="19103"/>
                </a:lnTo>
                <a:lnTo>
                  <a:pt x="17571" y="15020"/>
                </a:lnTo>
                <a:close/>
                <a:moveTo>
                  <a:pt x="18816" y="15020"/>
                </a:moveTo>
                <a:lnTo>
                  <a:pt x="19033" y="15020"/>
                </a:lnTo>
                <a:lnTo>
                  <a:pt x="19033" y="19103"/>
                </a:lnTo>
                <a:lnTo>
                  <a:pt x="18816" y="19103"/>
                </a:lnTo>
                <a:lnTo>
                  <a:pt x="18816" y="15020"/>
                </a:lnTo>
                <a:close/>
                <a:moveTo>
                  <a:pt x="19466" y="15020"/>
                </a:moveTo>
                <a:lnTo>
                  <a:pt x="19683" y="15020"/>
                </a:lnTo>
                <a:lnTo>
                  <a:pt x="19683" y="19103"/>
                </a:lnTo>
                <a:lnTo>
                  <a:pt x="19466" y="19103"/>
                </a:lnTo>
                <a:lnTo>
                  <a:pt x="19466" y="15020"/>
                </a:lnTo>
                <a:close/>
                <a:moveTo>
                  <a:pt x="20116" y="15020"/>
                </a:moveTo>
                <a:lnTo>
                  <a:pt x="20333" y="15020"/>
                </a:lnTo>
                <a:lnTo>
                  <a:pt x="20333" y="19103"/>
                </a:lnTo>
                <a:lnTo>
                  <a:pt x="20116" y="19103"/>
                </a:lnTo>
                <a:lnTo>
                  <a:pt x="20116" y="150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 txBox="1"/>
          <p:nvPr>
            <p:ph idx="4294967295" type="subTitle"/>
          </p:nvPr>
        </p:nvSpPr>
        <p:spPr>
          <a:xfrm>
            <a:off x="-2742904" y="1201040"/>
            <a:ext cx="10464801" cy="11303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b="0" i="0" lang="en-US" sz="3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Contexto A</a:t>
            </a:r>
            <a:endParaRPr/>
          </a:p>
        </p:txBody>
      </p:sp>
      <p:sp>
        <p:nvSpPr>
          <p:cNvPr id="163" name="Google Shape;163;p8"/>
          <p:cNvSpPr txBox="1"/>
          <p:nvPr/>
        </p:nvSpPr>
        <p:spPr>
          <a:xfrm>
            <a:off x="-2742904" y="2293240"/>
            <a:ext cx="10464801" cy="11303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2"/>
              <a:buFont typeface="Helvetica Neue"/>
              <a:buNone/>
            </a:pPr>
            <a:r>
              <a:rPr b="0" i="0" lang="en-US" sz="1702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Necesitamos contar la cantidad de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2"/>
              <a:buFont typeface="Helvetica Neue"/>
              <a:buNone/>
            </a:pPr>
            <a:r>
              <a:rPr b="0" i="0" lang="en-US" sz="1702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manzanas que tenemos de cada color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2"/>
              <a:buFont typeface="Helvetica Neue"/>
              <a:buNone/>
            </a:pPr>
            <a:r>
              <a:t/>
            </a:r>
            <a:endParaRPr b="0" i="0" sz="1702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4" name="Google Shape;164;p8"/>
          <p:cNvSpPr txBox="1"/>
          <p:nvPr/>
        </p:nvSpPr>
        <p:spPr>
          <a:xfrm>
            <a:off x="7370389" y="2305940"/>
            <a:ext cx="5240167" cy="11303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6"/>
              <a:buFont typeface="Helvetica Neue"/>
              <a:buNone/>
            </a:pPr>
            <a:r>
              <a:rPr b="0" i="0" lang="en-US" sz="1776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Necesitamos seleccionar manzanas para exportar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6"/>
              <a:buFont typeface="Helvetica Neue"/>
              <a:buNone/>
            </a:pPr>
            <a:r>
              <a:rPr b="0" i="0" lang="en-US" sz="1776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pudiendo ser solo aquellas cuyo peso unitario sea de 150g y 7 cm de alto</a:t>
            </a:r>
            <a:endParaRPr/>
          </a:p>
        </p:txBody>
      </p:sp>
      <p:sp>
        <p:nvSpPr>
          <p:cNvPr id="165" name="Google Shape;165;p8"/>
          <p:cNvSpPr txBox="1"/>
          <p:nvPr/>
        </p:nvSpPr>
        <p:spPr>
          <a:xfrm>
            <a:off x="4589287" y="1201040"/>
            <a:ext cx="10464801" cy="11303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b="0" i="0" lang="en-US" sz="3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Contexto B</a:t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1240182" y="3507511"/>
            <a:ext cx="993304" cy="1130301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2538945" y="3507511"/>
            <a:ext cx="993304" cy="1130301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rgbClr val="EB220C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7156715" y="4132592"/>
            <a:ext cx="577653" cy="657324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rgbClr val="EB220C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10807688" y="3839446"/>
            <a:ext cx="1270934" cy="1446222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rgbClr val="EB220C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70" name="Google Shape;170;p8"/>
          <p:cNvGrpSpPr/>
          <p:nvPr/>
        </p:nvGrpSpPr>
        <p:grpSpPr>
          <a:xfrm>
            <a:off x="563928" y="6644890"/>
            <a:ext cx="3851138" cy="1377766"/>
            <a:chOff x="-1" y="-1"/>
            <a:chExt cx="3851136" cy="1377765"/>
          </a:xfrm>
        </p:grpSpPr>
        <p:sp>
          <p:nvSpPr>
            <p:cNvPr id="171" name="Google Shape;171;p8"/>
            <p:cNvSpPr/>
            <p:nvPr/>
          </p:nvSpPr>
          <p:spPr>
            <a:xfrm>
              <a:off x="53881" y="53881"/>
              <a:ext cx="3743373" cy="12700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Manzana</a:t>
              </a:r>
              <a:endParaRPr/>
            </a:p>
          </p:txBody>
        </p:sp>
        <p:pic>
          <p:nvPicPr>
            <p:cNvPr descr="Manzana" id="172" name="Google Shape;172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" y="-1"/>
              <a:ext cx="3851136" cy="137776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3" name="Google Shape;173;p8"/>
          <p:cNvSpPr/>
          <p:nvPr/>
        </p:nvSpPr>
        <p:spPr>
          <a:xfrm>
            <a:off x="430127" y="4849130"/>
            <a:ext cx="993304" cy="1130301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1741553" y="4849130"/>
            <a:ext cx="993304" cy="1130301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rgbClr val="EB220C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3165314" y="4849130"/>
            <a:ext cx="993304" cy="1130301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7103476" y="3589357"/>
            <a:ext cx="2227042" cy="1946400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cubicBezTo>
                  <a:pt x="10226" y="0"/>
                  <a:pt x="9760" y="531"/>
                  <a:pt x="9761" y="1187"/>
                </a:cubicBezTo>
                <a:cubicBezTo>
                  <a:pt x="9761" y="1611"/>
                  <a:pt x="9955" y="1983"/>
                  <a:pt x="10247" y="2193"/>
                </a:cubicBezTo>
                <a:lnTo>
                  <a:pt x="10247" y="2956"/>
                </a:lnTo>
                <a:cubicBezTo>
                  <a:pt x="9939" y="3110"/>
                  <a:pt x="9689" y="3387"/>
                  <a:pt x="9546" y="3734"/>
                </a:cubicBezTo>
                <a:lnTo>
                  <a:pt x="2528" y="3734"/>
                </a:lnTo>
                <a:lnTo>
                  <a:pt x="2528" y="4844"/>
                </a:lnTo>
                <a:lnTo>
                  <a:pt x="3409" y="4844"/>
                </a:lnTo>
                <a:lnTo>
                  <a:pt x="845" y="13979"/>
                </a:lnTo>
                <a:lnTo>
                  <a:pt x="0" y="13979"/>
                </a:lnTo>
                <a:cubicBezTo>
                  <a:pt x="713" y="15444"/>
                  <a:pt x="2079" y="16435"/>
                  <a:pt x="3648" y="16435"/>
                </a:cubicBezTo>
                <a:cubicBezTo>
                  <a:pt x="5218" y="16435"/>
                  <a:pt x="6585" y="15444"/>
                  <a:pt x="7298" y="13979"/>
                </a:cubicBezTo>
                <a:lnTo>
                  <a:pt x="6453" y="13979"/>
                </a:lnTo>
                <a:lnTo>
                  <a:pt x="3888" y="4844"/>
                </a:lnTo>
                <a:lnTo>
                  <a:pt x="9469" y="4844"/>
                </a:lnTo>
                <a:cubicBezTo>
                  <a:pt x="9583" y="5301"/>
                  <a:pt x="9872" y="5673"/>
                  <a:pt x="10247" y="5860"/>
                </a:cubicBezTo>
                <a:lnTo>
                  <a:pt x="10247" y="10137"/>
                </a:lnTo>
                <a:lnTo>
                  <a:pt x="9447" y="13379"/>
                </a:lnTo>
                <a:lnTo>
                  <a:pt x="9447" y="19963"/>
                </a:lnTo>
                <a:lnTo>
                  <a:pt x="6460" y="19963"/>
                </a:lnTo>
                <a:cubicBezTo>
                  <a:pt x="6276" y="19963"/>
                  <a:pt x="6111" y="20093"/>
                  <a:pt x="6046" y="20289"/>
                </a:cubicBezTo>
                <a:lnTo>
                  <a:pt x="5613" y="21600"/>
                </a:lnTo>
                <a:lnTo>
                  <a:pt x="15987" y="21600"/>
                </a:lnTo>
                <a:lnTo>
                  <a:pt x="15552" y="20289"/>
                </a:lnTo>
                <a:cubicBezTo>
                  <a:pt x="15487" y="20093"/>
                  <a:pt x="15322" y="19963"/>
                  <a:pt x="15139" y="19963"/>
                </a:cubicBezTo>
                <a:lnTo>
                  <a:pt x="12153" y="19963"/>
                </a:lnTo>
                <a:lnTo>
                  <a:pt x="12153" y="13379"/>
                </a:lnTo>
                <a:lnTo>
                  <a:pt x="11353" y="10139"/>
                </a:lnTo>
                <a:lnTo>
                  <a:pt x="11353" y="5860"/>
                </a:lnTo>
                <a:cubicBezTo>
                  <a:pt x="11728" y="5673"/>
                  <a:pt x="12016" y="5302"/>
                  <a:pt x="12130" y="4846"/>
                </a:cubicBezTo>
                <a:lnTo>
                  <a:pt x="17710" y="4846"/>
                </a:lnTo>
                <a:lnTo>
                  <a:pt x="15147" y="13979"/>
                </a:lnTo>
                <a:lnTo>
                  <a:pt x="14302" y="13979"/>
                </a:lnTo>
                <a:cubicBezTo>
                  <a:pt x="15015" y="15444"/>
                  <a:pt x="16380" y="16435"/>
                  <a:pt x="17950" y="16435"/>
                </a:cubicBezTo>
                <a:cubicBezTo>
                  <a:pt x="19519" y="16435"/>
                  <a:pt x="20887" y="15444"/>
                  <a:pt x="21600" y="13979"/>
                </a:cubicBezTo>
                <a:lnTo>
                  <a:pt x="20753" y="13979"/>
                </a:lnTo>
                <a:lnTo>
                  <a:pt x="18190" y="4844"/>
                </a:lnTo>
                <a:lnTo>
                  <a:pt x="19072" y="4844"/>
                </a:lnTo>
                <a:lnTo>
                  <a:pt x="19072" y="3734"/>
                </a:lnTo>
                <a:lnTo>
                  <a:pt x="12052" y="3734"/>
                </a:lnTo>
                <a:cubicBezTo>
                  <a:pt x="11909" y="3388"/>
                  <a:pt x="11661" y="3110"/>
                  <a:pt x="11353" y="2956"/>
                </a:cubicBezTo>
                <a:lnTo>
                  <a:pt x="11353" y="2193"/>
                </a:lnTo>
                <a:cubicBezTo>
                  <a:pt x="11645" y="1983"/>
                  <a:pt x="11838" y="1611"/>
                  <a:pt x="11838" y="1187"/>
                </a:cubicBezTo>
                <a:cubicBezTo>
                  <a:pt x="11838" y="531"/>
                  <a:pt x="11374" y="0"/>
                  <a:pt x="10800" y="0"/>
                </a:cubicBezTo>
                <a:close/>
                <a:moveTo>
                  <a:pt x="3486" y="5791"/>
                </a:moveTo>
                <a:lnTo>
                  <a:pt x="3486" y="13979"/>
                </a:lnTo>
                <a:lnTo>
                  <a:pt x="1188" y="13979"/>
                </a:lnTo>
                <a:lnTo>
                  <a:pt x="3486" y="5791"/>
                </a:lnTo>
                <a:close/>
                <a:moveTo>
                  <a:pt x="3812" y="5791"/>
                </a:moveTo>
                <a:lnTo>
                  <a:pt x="6110" y="13979"/>
                </a:lnTo>
                <a:lnTo>
                  <a:pt x="3812" y="13979"/>
                </a:lnTo>
                <a:lnTo>
                  <a:pt x="3812" y="5791"/>
                </a:lnTo>
                <a:close/>
                <a:moveTo>
                  <a:pt x="17788" y="5791"/>
                </a:moveTo>
                <a:lnTo>
                  <a:pt x="17788" y="13979"/>
                </a:lnTo>
                <a:lnTo>
                  <a:pt x="15490" y="13979"/>
                </a:lnTo>
                <a:lnTo>
                  <a:pt x="17788" y="5791"/>
                </a:lnTo>
                <a:close/>
                <a:moveTo>
                  <a:pt x="18114" y="5791"/>
                </a:moveTo>
                <a:lnTo>
                  <a:pt x="20412" y="13979"/>
                </a:lnTo>
                <a:lnTo>
                  <a:pt x="18114" y="13979"/>
                </a:lnTo>
                <a:lnTo>
                  <a:pt x="18114" y="5791"/>
                </a:lnTo>
                <a:close/>
              </a:path>
            </a:pathLst>
          </a:custGeom>
          <a:solidFill>
            <a:srgbClr val="004C7F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7" name="Google Shape;177;p8"/>
          <p:cNvSpPr/>
          <p:nvPr/>
        </p:nvSpPr>
        <p:spPr>
          <a:xfrm rot="-5400000">
            <a:off x="9615358" y="4487427"/>
            <a:ext cx="1602972" cy="297615"/>
          </a:xfrm>
          <a:custGeom>
            <a:rect b="b" l="l" r="r" t="t"/>
            <a:pathLst>
              <a:path extrusionOk="0" h="21600" w="21600">
                <a:moveTo>
                  <a:pt x="437" y="0"/>
                </a:moveTo>
                <a:cubicBezTo>
                  <a:pt x="196" y="0"/>
                  <a:pt x="0" y="1044"/>
                  <a:pt x="0" y="2342"/>
                </a:cubicBezTo>
                <a:lnTo>
                  <a:pt x="0" y="19258"/>
                </a:lnTo>
                <a:cubicBezTo>
                  <a:pt x="0" y="20556"/>
                  <a:pt x="196" y="21600"/>
                  <a:pt x="437" y="21600"/>
                </a:cubicBezTo>
                <a:lnTo>
                  <a:pt x="21163" y="21600"/>
                </a:lnTo>
                <a:cubicBezTo>
                  <a:pt x="21404" y="21600"/>
                  <a:pt x="21600" y="20556"/>
                  <a:pt x="21600" y="19258"/>
                </a:cubicBezTo>
                <a:lnTo>
                  <a:pt x="21600" y="2342"/>
                </a:lnTo>
                <a:cubicBezTo>
                  <a:pt x="21600" y="1044"/>
                  <a:pt x="21404" y="0"/>
                  <a:pt x="21163" y="0"/>
                </a:cubicBezTo>
                <a:lnTo>
                  <a:pt x="437" y="0"/>
                </a:lnTo>
                <a:close/>
                <a:moveTo>
                  <a:pt x="19439" y="7273"/>
                </a:moveTo>
                <a:cubicBezTo>
                  <a:pt x="19672" y="7273"/>
                  <a:pt x="19860" y="8287"/>
                  <a:pt x="19860" y="9542"/>
                </a:cubicBezTo>
                <a:cubicBezTo>
                  <a:pt x="19860" y="10798"/>
                  <a:pt x="19672" y="11821"/>
                  <a:pt x="19439" y="11821"/>
                </a:cubicBezTo>
                <a:cubicBezTo>
                  <a:pt x="19206" y="11821"/>
                  <a:pt x="19018" y="10797"/>
                  <a:pt x="19018" y="9542"/>
                </a:cubicBezTo>
                <a:cubicBezTo>
                  <a:pt x="19018" y="8287"/>
                  <a:pt x="19206" y="7273"/>
                  <a:pt x="19439" y="7273"/>
                </a:cubicBezTo>
                <a:close/>
                <a:moveTo>
                  <a:pt x="677" y="9478"/>
                </a:moveTo>
                <a:lnTo>
                  <a:pt x="893" y="9478"/>
                </a:lnTo>
                <a:lnTo>
                  <a:pt x="893" y="19103"/>
                </a:lnTo>
                <a:lnTo>
                  <a:pt x="677" y="19103"/>
                </a:lnTo>
                <a:lnTo>
                  <a:pt x="677" y="9478"/>
                </a:lnTo>
                <a:close/>
                <a:moveTo>
                  <a:pt x="5658" y="9478"/>
                </a:moveTo>
                <a:lnTo>
                  <a:pt x="5875" y="9478"/>
                </a:lnTo>
                <a:lnTo>
                  <a:pt x="5875" y="19103"/>
                </a:lnTo>
                <a:lnTo>
                  <a:pt x="5658" y="19103"/>
                </a:lnTo>
                <a:lnTo>
                  <a:pt x="5658" y="9478"/>
                </a:lnTo>
                <a:close/>
                <a:moveTo>
                  <a:pt x="10694" y="9478"/>
                </a:moveTo>
                <a:lnTo>
                  <a:pt x="10911" y="9478"/>
                </a:lnTo>
                <a:lnTo>
                  <a:pt x="10911" y="19103"/>
                </a:lnTo>
                <a:lnTo>
                  <a:pt x="10694" y="19103"/>
                </a:lnTo>
                <a:lnTo>
                  <a:pt x="10694" y="9478"/>
                </a:lnTo>
                <a:close/>
                <a:moveTo>
                  <a:pt x="15730" y="9478"/>
                </a:moveTo>
                <a:lnTo>
                  <a:pt x="15947" y="9478"/>
                </a:lnTo>
                <a:lnTo>
                  <a:pt x="15947" y="19103"/>
                </a:lnTo>
                <a:lnTo>
                  <a:pt x="15730" y="19103"/>
                </a:lnTo>
                <a:lnTo>
                  <a:pt x="15730" y="9478"/>
                </a:lnTo>
                <a:close/>
                <a:moveTo>
                  <a:pt x="20712" y="9478"/>
                </a:moveTo>
                <a:lnTo>
                  <a:pt x="20928" y="9478"/>
                </a:lnTo>
                <a:lnTo>
                  <a:pt x="20928" y="19103"/>
                </a:lnTo>
                <a:lnTo>
                  <a:pt x="20712" y="19103"/>
                </a:lnTo>
                <a:lnTo>
                  <a:pt x="20712" y="9478"/>
                </a:lnTo>
                <a:close/>
                <a:moveTo>
                  <a:pt x="3168" y="12395"/>
                </a:moveTo>
                <a:lnTo>
                  <a:pt x="3384" y="12395"/>
                </a:lnTo>
                <a:lnTo>
                  <a:pt x="3384" y="19103"/>
                </a:lnTo>
                <a:lnTo>
                  <a:pt x="3168" y="19103"/>
                </a:lnTo>
                <a:lnTo>
                  <a:pt x="3168" y="12395"/>
                </a:lnTo>
                <a:close/>
                <a:moveTo>
                  <a:pt x="8203" y="12395"/>
                </a:moveTo>
                <a:lnTo>
                  <a:pt x="8420" y="12395"/>
                </a:lnTo>
                <a:lnTo>
                  <a:pt x="8420" y="19103"/>
                </a:lnTo>
                <a:lnTo>
                  <a:pt x="8203" y="19103"/>
                </a:lnTo>
                <a:lnTo>
                  <a:pt x="8203" y="12395"/>
                </a:lnTo>
                <a:close/>
                <a:moveTo>
                  <a:pt x="13185" y="12395"/>
                </a:moveTo>
                <a:lnTo>
                  <a:pt x="13402" y="12395"/>
                </a:lnTo>
                <a:lnTo>
                  <a:pt x="13402" y="19103"/>
                </a:lnTo>
                <a:lnTo>
                  <a:pt x="13185" y="19103"/>
                </a:lnTo>
                <a:lnTo>
                  <a:pt x="13185" y="12395"/>
                </a:lnTo>
                <a:close/>
                <a:moveTo>
                  <a:pt x="18221" y="12395"/>
                </a:moveTo>
                <a:lnTo>
                  <a:pt x="18437" y="12395"/>
                </a:lnTo>
                <a:lnTo>
                  <a:pt x="18437" y="19103"/>
                </a:lnTo>
                <a:lnTo>
                  <a:pt x="18221" y="19103"/>
                </a:lnTo>
                <a:lnTo>
                  <a:pt x="18221" y="12395"/>
                </a:lnTo>
                <a:close/>
                <a:moveTo>
                  <a:pt x="1272" y="15020"/>
                </a:moveTo>
                <a:lnTo>
                  <a:pt x="1489" y="15020"/>
                </a:lnTo>
                <a:lnTo>
                  <a:pt x="1489" y="19103"/>
                </a:lnTo>
                <a:lnTo>
                  <a:pt x="1272" y="19103"/>
                </a:lnTo>
                <a:lnTo>
                  <a:pt x="1272" y="15020"/>
                </a:lnTo>
                <a:close/>
                <a:moveTo>
                  <a:pt x="1922" y="15020"/>
                </a:moveTo>
                <a:lnTo>
                  <a:pt x="2139" y="15020"/>
                </a:lnTo>
                <a:lnTo>
                  <a:pt x="2139" y="19103"/>
                </a:lnTo>
                <a:lnTo>
                  <a:pt x="1922" y="19103"/>
                </a:lnTo>
                <a:lnTo>
                  <a:pt x="1922" y="15020"/>
                </a:lnTo>
                <a:close/>
                <a:moveTo>
                  <a:pt x="2518" y="15020"/>
                </a:moveTo>
                <a:lnTo>
                  <a:pt x="2734" y="15020"/>
                </a:lnTo>
                <a:lnTo>
                  <a:pt x="2734" y="19103"/>
                </a:lnTo>
                <a:lnTo>
                  <a:pt x="2518" y="19103"/>
                </a:lnTo>
                <a:lnTo>
                  <a:pt x="2518" y="15020"/>
                </a:lnTo>
                <a:close/>
                <a:moveTo>
                  <a:pt x="3817" y="15020"/>
                </a:moveTo>
                <a:lnTo>
                  <a:pt x="4034" y="15020"/>
                </a:lnTo>
                <a:lnTo>
                  <a:pt x="4034" y="19103"/>
                </a:lnTo>
                <a:lnTo>
                  <a:pt x="3817" y="19103"/>
                </a:lnTo>
                <a:lnTo>
                  <a:pt x="3817" y="15020"/>
                </a:lnTo>
                <a:close/>
                <a:moveTo>
                  <a:pt x="4413" y="15020"/>
                </a:moveTo>
                <a:lnTo>
                  <a:pt x="4630" y="15020"/>
                </a:lnTo>
                <a:lnTo>
                  <a:pt x="4630" y="19103"/>
                </a:lnTo>
                <a:lnTo>
                  <a:pt x="4413" y="19103"/>
                </a:lnTo>
                <a:lnTo>
                  <a:pt x="4413" y="15020"/>
                </a:lnTo>
                <a:close/>
                <a:moveTo>
                  <a:pt x="5063" y="15020"/>
                </a:moveTo>
                <a:lnTo>
                  <a:pt x="5279" y="15020"/>
                </a:lnTo>
                <a:lnTo>
                  <a:pt x="5279" y="19103"/>
                </a:lnTo>
                <a:lnTo>
                  <a:pt x="5063" y="19103"/>
                </a:lnTo>
                <a:lnTo>
                  <a:pt x="5063" y="15020"/>
                </a:lnTo>
                <a:close/>
                <a:moveTo>
                  <a:pt x="6308" y="15020"/>
                </a:moveTo>
                <a:lnTo>
                  <a:pt x="6525" y="15020"/>
                </a:lnTo>
                <a:lnTo>
                  <a:pt x="6525" y="19103"/>
                </a:lnTo>
                <a:lnTo>
                  <a:pt x="6308" y="19103"/>
                </a:lnTo>
                <a:lnTo>
                  <a:pt x="6308" y="15020"/>
                </a:lnTo>
                <a:close/>
                <a:moveTo>
                  <a:pt x="6904" y="15020"/>
                </a:moveTo>
                <a:lnTo>
                  <a:pt x="7120" y="15020"/>
                </a:lnTo>
                <a:lnTo>
                  <a:pt x="7120" y="19103"/>
                </a:lnTo>
                <a:lnTo>
                  <a:pt x="6904" y="19103"/>
                </a:lnTo>
                <a:lnTo>
                  <a:pt x="6904" y="15020"/>
                </a:lnTo>
                <a:close/>
                <a:moveTo>
                  <a:pt x="7554" y="15020"/>
                </a:moveTo>
                <a:lnTo>
                  <a:pt x="7770" y="15020"/>
                </a:lnTo>
                <a:lnTo>
                  <a:pt x="7770" y="19103"/>
                </a:lnTo>
                <a:lnTo>
                  <a:pt x="7554" y="19103"/>
                </a:lnTo>
                <a:lnTo>
                  <a:pt x="7554" y="15020"/>
                </a:lnTo>
                <a:close/>
                <a:moveTo>
                  <a:pt x="8799" y="15020"/>
                </a:moveTo>
                <a:lnTo>
                  <a:pt x="9016" y="15020"/>
                </a:lnTo>
                <a:lnTo>
                  <a:pt x="9016" y="19103"/>
                </a:lnTo>
                <a:lnTo>
                  <a:pt x="8799" y="19103"/>
                </a:lnTo>
                <a:lnTo>
                  <a:pt x="8799" y="15020"/>
                </a:lnTo>
                <a:close/>
                <a:moveTo>
                  <a:pt x="9449" y="15020"/>
                </a:moveTo>
                <a:lnTo>
                  <a:pt x="9665" y="15020"/>
                </a:lnTo>
                <a:lnTo>
                  <a:pt x="9665" y="19103"/>
                </a:lnTo>
                <a:lnTo>
                  <a:pt x="9449" y="19103"/>
                </a:lnTo>
                <a:lnTo>
                  <a:pt x="9449" y="15020"/>
                </a:lnTo>
                <a:close/>
                <a:moveTo>
                  <a:pt x="10044" y="15020"/>
                </a:moveTo>
                <a:lnTo>
                  <a:pt x="10261" y="15020"/>
                </a:lnTo>
                <a:lnTo>
                  <a:pt x="10261" y="19103"/>
                </a:lnTo>
                <a:lnTo>
                  <a:pt x="10044" y="19103"/>
                </a:lnTo>
                <a:lnTo>
                  <a:pt x="10044" y="15020"/>
                </a:lnTo>
                <a:close/>
                <a:moveTo>
                  <a:pt x="11344" y="15020"/>
                </a:moveTo>
                <a:lnTo>
                  <a:pt x="11506" y="15020"/>
                </a:lnTo>
                <a:lnTo>
                  <a:pt x="11506" y="19103"/>
                </a:lnTo>
                <a:lnTo>
                  <a:pt x="11344" y="19103"/>
                </a:lnTo>
                <a:lnTo>
                  <a:pt x="11344" y="15020"/>
                </a:lnTo>
                <a:close/>
                <a:moveTo>
                  <a:pt x="11940" y="15020"/>
                </a:moveTo>
                <a:lnTo>
                  <a:pt x="12156" y="15020"/>
                </a:lnTo>
                <a:lnTo>
                  <a:pt x="12156" y="19103"/>
                </a:lnTo>
                <a:lnTo>
                  <a:pt x="11940" y="19103"/>
                </a:lnTo>
                <a:lnTo>
                  <a:pt x="11940" y="15020"/>
                </a:lnTo>
                <a:close/>
                <a:moveTo>
                  <a:pt x="12589" y="15020"/>
                </a:moveTo>
                <a:lnTo>
                  <a:pt x="12806" y="15020"/>
                </a:lnTo>
                <a:lnTo>
                  <a:pt x="12806" y="19103"/>
                </a:lnTo>
                <a:lnTo>
                  <a:pt x="12589" y="19103"/>
                </a:lnTo>
                <a:lnTo>
                  <a:pt x="12589" y="15020"/>
                </a:lnTo>
                <a:close/>
                <a:moveTo>
                  <a:pt x="13835" y="15020"/>
                </a:moveTo>
                <a:lnTo>
                  <a:pt x="14051" y="15020"/>
                </a:lnTo>
                <a:lnTo>
                  <a:pt x="14051" y="19103"/>
                </a:lnTo>
                <a:lnTo>
                  <a:pt x="13835" y="19103"/>
                </a:lnTo>
                <a:lnTo>
                  <a:pt x="13835" y="15020"/>
                </a:lnTo>
                <a:close/>
                <a:moveTo>
                  <a:pt x="14430" y="15020"/>
                </a:moveTo>
                <a:lnTo>
                  <a:pt x="14647" y="15020"/>
                </a:lnTo>
                <a:lnTo>
                  <a:pt x="14647" y="19103"/>
                </a:lnTo>
                <a:lnTo>
                  <a:pt x="14430" y="19103"/>
                </a:lnTo>
                <a:lnTo>
                  <a:pt x="14430" y="15020"/>
                </a:lnTo>
                <a:close/>
                <a:moveTo>
                  <a:pt x="15080" y="15020"/>
                </a:moveTo>
                <a:lnTo>
                  <a:pt x="15297" y="15020"/>
                </a:lnTo>
                <a:lnTo>
                  <a:pt x="15297" y="19103"/>
                </a:lnTo>
                <a:lnTo>
                  <a:pt x="15080" y="19103"/>
                </a:lnTo>
                <a:lnTo>
                  <a:pt x="15080" y="15020"/>
                </a:lnTo>
                <a:close/>
                <a:moveTo>
                  <a:pt x="16326" y="15020"/>
                </a:moveTo>
                <a:lnTo>
                  <a:pt x="16542" y="15020"/>
                </a:lnTo>
                <a:lnTo>
                  <a:pt x="16542" y="19103"/>
                </a:lnTo>
                <a:lnTo>
                  <a:pt x="16326" y="19103"/>
                </a:lnTo>
                <a:lnTo>
                  <a:pt x="16326" y="15020"/>
                </a:lnTo>
                <a:close/>
                <a:moveTo>
                  <a:pt x="16975" y="15020"/>
                </a:moveTo>
                <a:lnTo>
                  <a:pt x="17192" y="15020"/>
                </a:lnTo>
                <a:lnTo>
                  <a:pt x="17192" y="19103"/>
                </a:lnTo>
                <a:lnTo>
                  <a:pt x="16975" y="19103"/>
                </a:lnTo>
                <a:lnTo>
                  <a:pt x="16975" y="15020"/>
                </a:lnTo>
                <a:close/>
                <a:moveTo>
                  <a:pt x="17571" y="15020"/>
                </a:moveTo>
                <a:lnTo>
                  <a:pt x="17788" y="15020"/>
                </a:lnTo>
                <a:lnTo>
                  <a:pt x="17788" y="19103"/>
                </a:lnTo>
                <a:lnTo>
                  <a:pt x="17571" y="19103"/>
                </a:lnTo>
                <a:lnTo>
                  <a:pt x="17571" y="15020"/>
                </a:lnTo>
                <a:close/>
                <a:moveTo>
                  <a:pt x="18816" y="15020"/>
                </a:moveTo>
                <a:lnTo>
                  <a:pt x="19033" y="15020"/>
                </a:lnTo>
                <a:lnTo>
                  <a:pt x="19033" y="19103"/>
                </a:lnTo>
                <a:lnTo>
                  <a:pt x="18816" y="19103"/>
                </a:lnTo>
                <a:lnTo>
                  <a:pt x="18816" y="15020"/>
                </a:lnTo>
                <a:close/>
                <a:moveTo>
                  <a:pt x="19466" y="15020"/>
                </a:moveTo>
                <a:lnTo>
                  <a:pt x="19683" y="15020"/>
                </a:lnTo>
                <a:lnTo>
                  <a:pt x="19683" y="19103"/>
                </a:lnTo>
                <a:lnTo>
                  <a:pt x="19466" y="19103"/>
                </a:lnTo>
                <a:lnTo>
                  <a:pt x="19466" y="15020"/>
                </a:lnTo>
                <a:close/>
                <a:moveTo>
                  <a:pt x="20116" y="15020"/>
                </a:moveTo>
                <a:lnTo>
                  <a:pt x="20333" y="15020"/>
                </a:lnTo>
                <a:lnTo>
                  <a:pt x="20333" y="19103"/>
                </a:lnTo>
                <a:lnTo>
                  <a:pt x="20116" y="19103"/>
                </a:lnTo>
                <a:lnTo>
                  <a:pt x="20116" y="150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 txBox="1"/>
          <p:nvPr>
            <p:ph idx="4294967295" type="subTitle"/>
          </p:nvPr>
        </p:nvSpPr>
        <p:spPr>
          <a:xfrm>
            <a:off x="-2742904" y="1201040"/>
            <a:ext cx="10464801" cy="11303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b="0" i="0" lang="en-US" sz="3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Contexto A</a:t>
            </a:r>
            <a:endParaRPr/>
          </a:p>
        </p:txBody>
      </p:sp>
      <p:sp>
        <p:nvSpPr>
          <p:cNvPr id="183" name="Google Shape;183;p9"/>
          <p:cNvSpPr txBox="1"/>
          <p:nvPr/>
        </p:nvSpPr>
        <p:spPr>
          <a:xfrm>
            <a:off x="-2742904" y="2293240"/>
            <a:ext cx="10464801" cy="11303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2"/>
              <a:buFont typeface="Helvetica Neue"/>
              <a:buNone/>
            </a:pPr>
            <a:r>
              <a:rPr b="0" i="0" lang="en-US" sz="1702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Necesitamos contar la cantidad de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2"/>
              <a:buFont typeface="Helvetica Neue"/>
              <a:buNone/>
            </a:pPr>
            <a:r>
              <a:rPr b="0" i="0" lang="en-US" sz="1702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manzanas que tenemos de cada color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2"/>
              <a:buFont typeface="Helvetica Neue"/>
              <a:buNone/>
            </a:pPr>
            <a:r>
              <a:t/>
            </a:r>
            <a:endParaRPr b="0" i="0" sz="1702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4" name="Google Shape;184;p9"/>
          <p:cNvSpPr txBox="1"/>
          <p:nvPr/>
        </p:nvSpPr>
        <p:spPr>
          <a:xfrm>
            <a:off x="7370389" y="2305940"/>
            <a:ext cx="5240167" cy="11303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6"/>
              <a:buFont typeface="Helvetica Neue"/>
              <a:buNone/>
            </a:pPr>
            <a:r>
              <a:rPr b="0" i="0" lang="en-US" sz="1776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Necesitamos seleccionar manzanas para exportar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6"/>
              <a:buFont typeface="Helvetica Neue"/>
              <a:buNone/>
            </a:pPr>
            <a:r>
              <a:rPr b="0" i="0" lang="en-US" sz="1776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pudiendo ser solo aquellas cuyo peso unitario sea de 150g y 7 cm de alto</a:t>
            </a:r>
            <a:endParaRPr/>
          </a:p>
        </p:txBody>
      </p:sp>
      <p:sp>
        <p:nvSpPr>
          <p:cNvPr id="185" name="Google Shape;185;p9"/>
          <p:cNvSpPr txBox="1"/>
          <p:nvPr/>
        </p:nvSpPr>
        <p:spPr>
          <a:xfrm>
            <a:off x="4589287" y="1201040"/>
            <a:ext cx="10464801" cy="11303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b="0" i="0" lang="en-US" sz="3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Contexto B</a:t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1240182" y="3507511"/>
            <a:ext cx="993304" cy="1130301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2538945" y="3507511"/>
            <a:ext cx="993304" cy="1130301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rgbClr val="EB220C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7156715" y="4132592"/>
            <a:ext cx="577653" cy="657324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rgbClr val="EB220C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10807688" y="3839446"/>
            <a:ext cx="1270934" cy="1446222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rgbClr val="EB220C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90" name="Google Shape;190;p9"/>
          <p:cNvGrpSpPr/>
          <p:nvPr/>
        </p:nvGrpSpPr>
        <p:grpSpPr>
          <a:xfrm>
            <a:off x="563928" y="6644890"/>
            <a:ext cx="3851138" cy="1377766"/>
            <a:chOff x="-1" y="-1"/>
            <a:chExt cx="3851136" cy="1377765"/>
          </a:xfrm>
        </p:grpSpPr>
        <p:sp>
          <p:nvSpPr>
            <p:cNvPr id="191" name="Google Shape;191;p9"/>
            <p:cNvSpPr/>
            <p:nvPr/>
          </p:nvSpPr>
          <p:spPr>
            <a:xfrm>
              <a:off x="53881" y="53881"/>
              <a:ext cx="3743373" cy="12700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Manzana</a:t>
              </a:r>
              <a:endParaRPr/>
            </a:p>
          </p:txBody>
        </p:sp>
        <p:pic>
          <p:nvPicPr>
            <p:cNvPr descr="Manzana" id="192" name="Google Shape;192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" y="-1"/>
              <a:ext cx="3851136" cy="137776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3" name="Google Shape;193;p9"/>
          <p:cNvSpPr/>
          <p:nvPr/>
        </p:nvSpPr>
        <p:spPr>
          <a:xfrm>
            <a:off x="430127" y="4849130"/>
            <a:ext cx="993304" cy="1130301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1741553" y="4849130"/>
            <a:ext cx="993304" cy="1130301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rgbClr val="EB220C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3165314" y="4849130"/>
            <a:ext cx="993304" cy="1130301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7103476" y="3589357"/>
            <a:ext cx="2227042" cy="1946400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cubicBezTo>
                  <a:pt x="10226" y="0"/>
                  <a:pt x="9760" y="531"/>
                  <a:pt x="9761" y="1187"/>
                </a:cubicBezTo>
                <a:cubicBezTo>
                  <a:pt x="9761" y="1611"/>
                  <a:pt x="9955" y="1983"/>
                  <a:pt x="10247" y="2193"/>
                </a:cubicBezTo>
                <a:lnTo>
                  <a:pt x="10247" y="2956"/>
                </a:lnTo>
                <a:cubicBezTo>
                  <a:pt x="9939" y="3110"/>
                  <a:pt x="9689" y="3387"/>
                  <a:pt x="9546" y="3734"/>
                </a:cubicBezTo>
                <a:lnTo>
                  <a:pt x="2528" y="3734"/>
                </a:lnTo>
                <a:lnTo>
                  <a:pt x="2528" y="4844"/>
                </a:lnTo>
                <a:lnTo>
                  <a:pt x="3409" y="4844"/>
                </a:lnTo>
                <a:lnTo>
                  <a:pt x="845" y="13979"/>
                </a:lnTo>
                <a:lnTo>
                  <a:pt x="0" y="13979"/>
                </a:lnTo>
                <a:cubicBezTo>
                  <a:pt x="713" y="15444"/>
                  <a:pt x="2079" y="16435"/>
                  <a:pt x="3648" y="16435"/>
                </a:cubicBezTo>
                <a:cubicBezTo>
                  <a:pt x="5218" y="16435"/>
                  <a:pt x="6585" y="15444"/>
                  <a:pt x="7298" y="13979"/>
                </a:cubicBezTo>
                <a:lnTo>
                  <a:pt x="6453" y="13979"/>
                </a:lnTo>
                <a:lnTo>
                  <a:pt x="3888" y="4844"/>
                </a:lnTo>
                <a:lnTo>
                  <a:pt x="9469" y="4844"/>
                </a:lnTo>
                <a:cubicBezTo>
                  <a:pt x="9583" y="5301"/>
                  <a:pt x="9872" y="5673"/>
                  <a:pt x="10247" y="5860"/>
                </a:cubicBezTo>
                <a:lnTo>
                  <a:pt x="10247" y="10137"/>
                </a:lnTo>
                <a:lnTo>
                  <a:pt x="9447" y="13379"/>
                </a:lnTo>
                <a:lnTo>
                  <a:pt x="9447" y="19963"/>
                </a:lnTo>
                <a:lnTo>
                  <a:pt x="6460" y="19963"/>
                </a:lnTo>
                <a:cubicBezTo>
                  <a:pt x="6276" y="19963"/>
                  <a:pt x="6111" y="20093"/>
                  <a:pt x="6046" y="20289"/>
                </a:cubicBezTo>
                <a:lnTo>
                  <a:pt x="5613" y="21600"/>
                </a:lnTo>
                <a:lnTo>
                  <a:pt x="15987" y="21600"/>
                </a:lnTo>
                <a:lnTo>
                  <a:pt x="15552" y="20289"/>
                </a:lnTo>
                <a:cubicBezTo>
                  <a:pt x="15487" y="20093"/>
                  <a:pt x="15322" y="19963"/>
                  <a:pt x="15139" y="19963"/>
                </a:cubicBezTo>
                <a:lnTo>
                  <a:pt x="12153" y="19963"/>
                </a:lnTo>
                <a:lnTo>
                  <a:pt x="12153" y="13379"/>
                </a:lnTo>
                <a:lnTo>
                  <a:pt x="11353" y="10139"/>
                </a:lnTo>
                <a:lnTo>
                  <a:pt x="11353" y="5860"/>
                </a:lnTo>
                <a:cubicBezTo>
                  <a:pt x="11728" y="5673"/>
                  <a:pt x="12016" y="5302"/>
                  <a:pt x="12130" y="4846"/>
                </a:cubicBezTo>
                <a:lnTo>
                  <a:pt x="17710" y="4846"/>
                </a:lnTo>
                <a:lnTo>
                  <a:pt x="15147" y="13979"/>
                </a:lnTo>
                <a:lnTo>
                  <a:pt x="14302" y="13979"/>
                </a:lnTo>
                <a:cubicBezTo>
                  <a:pt x="15015" y="15444"/>
                  <a:pt x="16380" y="16435"/>
                  <a:pt x="17950" y="16435"/>
                </a:cubicBezTo>
                <a:cubicBezTo>
                  <a:pt x="19519" y="16435"/>
                  <a:pt x="20887" y="15444"/>
                  <a:pt x="21600" y="13979"/>
                </a:cubicBezTo>
                <a:lnTo>
                  <a:pt x="20753" y="13979"/>
                </a:lnTo>
                <a:lnTo>
                  <a:pt x="18190" y="4844"/>
                </a:lnTo>
                <a:lnTo>
                  <a:pt x="19072" y="4844"/>
                </a:lnTo>
                <a:lnTo>
                  <a:pt x="19072" y="3734"/>
                </a:lnTo>
                <a:lnTo>
                  <a:pt x="12052" y="3734"/>
                </a:lnTo>
                <a:cubicBezTo>
                  <a:pt x="11909" y="3388"/>
                  <a:pt x="11661" y="3110"/>
                  <a:pt x="11353" y="2956"/>
                </a:cubicBezTo>
                <a:lnTo>
                  <a:pt x="11353" y="2193"/>
                </a:lnTo>
                <a:cubicBezTo>
                  <a:pt x="11645" y="1983"/>
                  <a:pt x="11838" y="1611"/>
                  <a:pt x="11838" y="1187"/>
                </a:cubicBezTo>
                <a:cubicBezTo>
                  <a:pt x="11838" y="531"/>
                  <a:pt x="11374" y="0"/>
                  <a:pt x="10800" y="0"/>
                </a:cubicBezTo>
                <a:close/>
                <a:moveTo>
                  <a:pt x="3486" y="5791"/>
                </a:moveTo>
                <a:lnTo>
                  <a:pt x="3486" y="13979"/>
                </a:lnTo>
                <a:lnTo>
                  <a:pt x="1188" y="13979"/>
                </a:lnTo>
                <a:lnTo>
                  <a:pt x="3486" y="5791"/>
                </a:lnTo>
                <a:close/>
                <a:moveTo>
                  <a:pt x="3812" y="5791"/>
                </a:moveTo>
                <a:lnTo>
                  <a:pt x="6110" y="13979"/>
                </a:lnTo>
                <a:lnTo>
                  <a:pt x="3812" y="13979"/>
                </a:lnTo>
                <a:lnTo>
                  <a:pt x="3812" y="5791"/>
                </a:lnTo>
                <a:close/>
                <a:moveTo>
                  <a:pt x="17788" y="5791"/>
                </a:moveTo>
                <a:lnTo>
                  <a:pt x="17788" y="13979"/>
                </a:lnTo>
                <a:lnTo>
                  <a:pt x="15490" y="13979"/>
                </a:lnTo>
                <a:lnTo>
                  <a:pt x="17788" y="5791"/>
                </a:lnTo>
                <a:close/>
                <a:moveTo>
                  <a:pt x="18114" y="5791"/>
                </a:moveTo>
                <a:lnTo>
                  <a:pt x="20412" y="13979"/>
                </a:lnTo>
                <a:lnTo>
                  <a:pt x="18114" y="13979"/>
                </a:lnTo>
                <a:lnTo>
                  <a:pt x="18114" y="5791"/>
                </a:lnTo>
                <a:close/>
              </a:path>
            </a:pathLst>
          </a:custGeom>
          <a:solidFill>
            <a:srgbClr val="004C7F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7" name="Google Shape;197;p9"/>
          <p:cNvSpPr/>
          <p:nvPr/>
        </p:nvSpPr>
        <p:spPr>
          <a:xfrm rot="-5400000">
            <a:off x="9615358" y="4487427"/>
            <a:ext cx="1602972" cy="297615"/>
          </a:xfrm>
          <a:custGeom>
            <a:rect b="b" l="l" r="r" t="t"/>
            <a:pathLst>
              <a:path extrusionOk="0" h="21600" w="21600">
                <a:moveTo>
                  <a:pt x="437" y="0"/>
                </a:moveTo>
                <a:cubicBezTo>
                  <a:pt x="196" y="0"/>
                  <a:pt x="0" y="1044"/>
                  <a:pt x="0" y="2342"/>
                </a:cubicBezTo>
                <a:lnTo>
                  <a:pt x="0" y="19258"/>
                </a:lnTo>
                <a:cubicBezTo>
                  <a:pt x="0" y="20556"/>
                  <a:pt x="196" y="21600"/>
                  <a:pt x="437" y="21600"/>
                </a:cubicBezTo>
                <a:lnTo>
                  <a:pt x="21163" y="21600"/>
                </a:lnTo>
                <a:cubicBezTo>
                  <a:pt x="21404" y="21600"/>
                  <a:pt x="21600" y="20556"/>
                  <a:pt x="21600" y="19258"/>
                </a:cubicBezTo>
                <a:lnTo>
                  <a:pt x="21600" y="2342"/>
                </a:lnTo>
                <a:cubicBezTo>
                  <a:pt x="21600" y="1044"/>
                  <a:pt x="21404" y="0"/>
                  <a:pt x="21163" y="0"/>
                </a:cubicBezTo>
                <a:lnTo>
                  <a:pt x="437" y="0"/>
                </a:lnTo>
                <a:close/>
                <a:moveTo>
                  <a:pt x="19439" y="7273"/>
                </a:moveTo>
                <a:cubicBezTo>
                  <a:pt x="19672" y="7273"/>
                  <a:pt x="19860" y="8287"/>
                  <a:pt x="19860" y="9542"/>
                </a:cubicBezTo>
                <a:cubicBezTo>
                  <a:pt x="19860" y="10798"/>
                  <a:pt x="19672" y="11821"/>
                  <a:pt x="19439" y="11821"/>
                </a:cubicBezTo>
                <a:cubicBezTo>
                  <a:pt x="19206" y="11821"/>
                  <a:pt x="19018" y="10797"/>
                  <a:pt x="19018" y="9542"/>
                </a:cubicBezTo>
                <a:cubicBezTo>
                  <a:pt x="19018" y="8287"/>
                  <a:pt x="19206" y="7273"/>
                  <a:pt x="19439" y="7273"/>
                </a:cubicBezTo>
                <a:close/>
                <a:moveTo>
                  <a:pt x="677" y="9478"/>
                </a:moveTo>
                <a:lnTo>
                  <a:pt x="893" y="9478"/>
                </a:lnTo>
                <a:lnTo>
                  <a:pt x="893" y="19103"/>
                </a:lnTo>
                <a:lnTo>
                  <a:pt x="677" y="19103"/>
                </a:lnTo>
                <a:lnTo>
                  <a:pt x="677" y="9478"/>
                </a:lnTo>
                <a:close/>
                <a:moveTo>
                  <a:pt x="5658" y="9478"/>
                </a:moveTo>
                <a:lnTo>
                  <a:pt x="5875" y="9478"/>
                </a:lnTo>
                <a:lnTo>
                  <a:pt x="5875" y="19103"/>
                </a:lnTo>
                <a:lnTo>
                  <a:pt x="5658" y="19103"/>
                </a:lnTo>
                <a:lnTo>
                  <a:pt x="5658" y="9478"/>
                </a:lnTo>
                <a:close/>
                <a:moveTo>
                  <a:pt x="10694" y="9478"/>
                </a:moveTo>
                <a:lnTo>
                  <a:pt x="10911" y="9478"/>
                </a:lnTo>
                <a:lnTo>
                  <a:pt x="10911" y="19103"/>
                </a:lnTo>
                <a:lnTo>
                  <a:pt x="10694" y="19103"/>
                </a:lnTo>
                <a:lnTo>
                  <a:pt x="10694" y="9478"/>
                </a:lnTo>
                <a:close/>
                <a:moveTo>
                  <a:pt x="15730" y="9478"/>
                </a:moveTo>
                <a:lnTo>
                  <a:pt x="15947" y="9478"/>
                </a:lnTo>
                <a:lnTo>
                  <a:pt x="15947" y="19103"/>
                </a:lnTo>
                <a:lnTo>
                  <a:pt x="15730" y="19103"/>
                </a:lnTo>
                <a:lnTo>
                  <a:pt x="15730" y="9478"/>
                </a:lnTo>
                <a:close/>
                <a:moveTo>
                  <a:pt x="20712" y="9478"/>
                </a:moveTo>
                <a:lnTo>
                  <a:pt x="20928" y="9478"/>
                </a:lnTo>
                <a:lnTo>
                  <a:pt x="20928" y="19103"/>
                </a:lnTo>
                <a:lnTo>
                  <a:pt x="20712" y="19103"/>
                </a:lnTo>
                <a:lnTo>
                  <a:pt x="20712" y="9478"/>
                </a:lnTo>
                <a:close/>
                <a:moveTo>
                  <a:pt x="3168" y="12395"/>
                </a:moveTo>
                <a:lnTo>
                  <a:pt x="3384" y="12395"/>
                </a:lnTo>
                <a:lnTo>
                  <a:pt x="3384" y="19103"/>
                </a:lnTo>
                <a:lnTo>
                  <a:pt x="3168" y="19103"/>
                </a:lnTo>
                <a:lnTo>
                  <a:pt x="3168" y="12395"/>
                </a:lnTo>
                <a:close/>
                <a:moveTo>
                  <a:pt x="8203" y="12395"/>
                </a:moveTo>
                <a:lnTo>
                  <a:pt x="8420" y="12395"/>
                </a:lnTo>
                <a:lnTo>
                  <a:pt x="8420" y="19103"/>
                </a:lnTo>
                <a:lnTo>
                  <a:pt x="8203" y="19103"/>
                </a:lnTo>
                <a:lnTo>
                  <a:pt x="8203" y="12395"/>
                </a:lnTo>
                <a:close/>
                <a:moveTo>
                  <a:pt x="13185" y="12395"/>
                </a:moveTo>
                <a:lnTo>
                  <a:pt x="13402" y="12395"/>
                </a:lnTo>
                <a:lnTo>
                  <a:pt x="13402" y="19103"/>
                </a:lnTo>
                <a:lnTo>
                  <a:pt x="13185" y="19103"/>
                </a:lnTo>
                <a:lnTo>
                  <a:pt x="13185" y="12395"/>
                </a:lnTo>
                <a:close/>
                <a:moveTo>
                  <a:pt x="18221" y="12395"/>
                </a:moveTo>
                <a:lnTo>
                  <a:pt x="18437" y="12395"/>
                </a:lnTo>
                <a:lnTo>
                  <a:pt x="18437" y="19103"/>
                </a:lnTo>
                <a:lnTo>
                  <a:pt x="18221" y="19103"/>
                </a:lnTo>
                <a:lnTo>
                  <a:pt x="18221" y="12395"/>
                </a:lnTo>
                <a:close/>
                <a:moveTo>
                  <a:pt x="1272" y="15020"/>
                </a:moveTo>
                <a:lnTo>
                  <a:pt x="1489" y="15020"/>
                </a:lnTo>
                <a:lnTo>
                  <a:pt x="1489" y="19103"/>
                </a:lnTo>
                <a:lnTo>
                  <a:pt x="1272" y="19103"/>
                </a:lnTo>
                <a:lnTo>
                  <a:pt x="1272" y="15020"/>
                </a:lnTo>
                <a:close/>
                <a:moveTo>
                  <a:pt x="1922" y="15020"/>
                </a:moveTo>
                <a:lnTo>
                  <a:pt x="2139" y="15020"/>
                </a:lnTo>
                <a:lnTo>
                  <a:pt x="2139" y="19103"/>
                </a:lnTo>
                <a:lnTo>
                  <a:pt x="1922" y="19103"/>
                </a:lnTo>
                <a:lnTo>
                  <a:pt x="1922" y="15020"/>
                </a:lnTo>
                <a:close/>
                <a:moveTo>
                  <a:pt x="2518" y="15020"/>
                </a:moveTo>
                <a:lnTo>
                  <a:pt x="2734" y="15020"/>
                </a:lnTo>
                <a:lnTo>
                  <a:pt x="2734" y="19103"/>
                </a:lnTo>
                <a:lnTo>
                  <a:pt x="2518" y="19103"/>
                </a:lnTo>
                <a:lnTo>
                  <a:pt x="2518" y="15020"/>
                </a:lnTo>
                <a:close/>
                <a:moveTo>
                  <a:pt x="3817" y="15020"/>
                </a:moveTo>
                <a:lnTo>
                  <a:pt x="4034" y="15020"/>
                </a:lnTo>
                <a:lnTo>
                  <a:pt x="4034" y="19103"/>
                </a:lnTo>
                <a:lnTo>
                  <a:pt x="3817" y="19103"/>
                </a:lnTo>
                <a:lnTo>
                  <a:pt x="3817" y="15020"/>
                </a:lnTo>
                <a:close/>
                <a:moveTo>
                  <a:pt x="4413" y="15020"/>
                </a:moveTo>
                <a:lnTo>
                  <a:pt x="4630" y="15020"/>
                </a:lnTo>
                <a:lnTo>
                  <a:pt x="4630" y="19103"/>
                </a:lnTo>
                <a:lnTo>
                  <a:pt x="4413" y="19103"/>
                </a:lnTo>
                <a:lnTo>
                  <a:pt x="4413" y="15020"/>
                </a:lnTo>
                <a:close/>
                <a:moveTo>
                  <a:pt x="5063" y="15020"/>
                </a:moveTo>
                <a:lnTo>
                  <a:pt x="5279" y="15020"/>
                </a:lnTo>
                <a:lnTo>
                  <a:pt x="5279" y="19103"/>
                </a:lnTo>
                <a:lnTo>
                  <a:pt x="5063" y="19103"/>
                </a:lnTo>
                <a:lnTo>
                  <a:pt x="5063" y="15020"/>
                </a:lnTo>
                <a:close/>
                <a:moveTo>
                  <a:pt x="6308" y="15020"/>
                </a:moveTo>
                <a:lnTo>
                  <a:pt x="6525" y="15020"/>
                </a:lnTo>
                <a:lnTo>
                  <a:pt x="6525" y="19103"/>
                </a:lnTo>
                <a:lnTo>
                  <a:pt x="6308" y="19103"/>
                </a:lnTo>
                <a:lnTo>
                  <a:pt x="6308" y="15020"/>
                </a:lnTo>
                <a:close/>
                <a:moveTo>
                  <a:pt x="6904" y="15020"/>
                </a:moveTo>
                <a:lnTo>
                  <a:pt x="7120" y="15020"/>
                </a:lnTo>
                <a:lnTo>
                  <a:pt x="7120" y="19103"/>
                </a:lnTo>
                <a:lnTo>
                  <a:pt x="6904" y="19103"/>
                </a:lnTo>
                <a:lnTo>
                  <a:pt x="6904" y="15020"/>
                </a:lnTo>
                <a:close/>
                <a:moveTo>
                  <a:pt x="7554" y="15020"/>
                </a:moveTo>
                <a:lnTo>
                  <a:pt x="7770" y="15020"/>
                </a:lnTo>
                <a:lnTo>
                  <a:pt x="7770" y="19103"/>
                </a:lnTo>
                <a:lnTo>
                  <a:pt x="7554" y="19103"/>
                </a:lnTo>
                <a:lnTo>
                  <a:pt x="7554" y="15020"/>
                </a:lnTo>
                <a:close/>
                <a:moveTo>
                  <a:pt x="8799" y="15020"/>
                </a:moveTo>
                <a:lnTo>
                  <a:pt x="9016" y="15020"/>
                </a:lnTo>
                <a:lnTo>
                  <a:pt x="9016" y="19103"/>
                </a:lnTo>
                <a:lnTo>
                  <a:pt x="8799" y="19103"/>
                </a:lnTo>
                <a:lnTo>
                  <a:pt x="8799" y="15020"/>
                </a:lnTo>
                <a:close/>
                <a:moveTo>
                  <a:pt x="9449" y="15020"/>
                </a:moveTo>
                <a:lnTo>
                  <a:pt x="9665" y="15020"/>
                </a:lnTo>
                <a:lnTo>
                  <a:pt x="9665" y="19103"/>
                </a:lnTo>
                <a:lnTo>
                  <a:pt x="9449" y="19103"/>
                </a:lnTo>
                <a:lnTo>
                  <a:pt x="9449" y="15020"/>
                </a:lnTo>
                <a:close/>
                <a:moveTo>
                  <a:pt x="10044" y="15020"/>
                </a:moveTo>
                <a:lnTo>
                  <a:pt x="10261" y="15020"/>
                </a:lnTo>
                <a:lnTo>
                  <a:pt x="10261" y="19103"/>
                </a:lnTo>
                <a:lnTo>
                  <a:pt x="10044" y="19103"/>
                </a:lnTo>
                <a:lnTo>
                  <a:pt x="10044" y="15020"/>
                </a:lnTo>
                <a:close/>
                <a:moveTo>
                  <a:pt x="11344" y="15020"/>
                </a:moveTo>
                <a:lnTo>
                  <a:pt x="11506" y="15020"/>
                </a:lnTo>
                <a:lnTo>
                  <a:pt x="11506" y="19103"/>
                </a:lnTo>
                <a:lnTo>
                  <a:pt x="11344" y="19103"/>
                </a:lnTo>
                <a:lnTo>
                  <a:pt x="11344" y="15020"/>
                </a:lnTo>
                <a:close/>
                <a:moveTo>
                  <a:pt x="11940" y="15020"/>
                </a:moveTo>
                <a:lnTo>
                  <a:pt x="12156" y="15020"/>
                </a:lnTo>
                <a:lnTo>
                  <a:pt x="12156" y="19103"/>
                </a:lnTo>
                <a:lnTo>
                  <a:pt x="11940" y="19103"/>
                </a:lnTo>
                <a:lnTo>
                  <a:pt x="11940" y="15020"/>
                </a:lnTo>
                <a:close/>
                <a:moveTo>
                  <a:pt x="12589" y="15020"/>
                </a:moveTo>
                <a:lnTo>
                  <a:pt x="12806" y="15020"/>
                </a:lnTo>
                <a:lnTo>
                  <a:pt x="12806" y="19103"/>
                </a:lnTo>
                <a:lnTo>
                  <a:pt x="12589" y="19103"/>
                </a:lnTo>
                <a:lnTo>
                  <a:pt x="12589" y="15020"/>
                </a:lnTo>
                <a:close/>
                <a:moveTo>
                  <a:pt x="13835" y="15020"/>
                </a:moveTo>
                <a:lnTo>
                  <a:pt x="14051" y="15020"/>
                </a:lnTo>
                <a:lnTo>
                  <a:pt x="14051" y="19103"/>
                </a:lnTo>
                <a:lnTo>
                  <a:pt x="13835" y="19103"/>
                </a:lnTo>
                <a:lnTo>
                  <a:pt x="13835" y="15020"/>
                </a:lnTo>
                <a:close/>
                <a:moveTo>
                  <a:pt x="14430" y="15020"/>
                </a:moveTo>
                <a:lnTo>
                  <a:pt x="14647" y="15020"/>
                </a:lnTo>
                <a:lnTo>
                  <a:pt x="14647" y="19103"/>
                </a:lnTo>
                <a:lnTo>
                  <a:pt x="14430" y="19103"/>
                </a:lnTo>
                <a:lnTo>
                  <a:pt x="14430" y="15020"/>
                </a:lnTo>
                <a:close/>
                <a:moveTo>
                  <a:pt x="15080" y="15020"/>
                </a:moveTo>
                <a:lnTo>
                  <a:pt x="15297" y="15020"/>
                </a:lnTo>
                <a:lnTo>
                  <a:pt x="15297" y="19103"/>
                </a:lnTo>
                <a:lnTo>
                  <a:pt x="15080" y="19103"/>
                </a:lnTo>
                <a:lnTo>
                  <a:pt x="15080" y="15020"/>
                </a:lnTo>
                <a:close/>
                <a:moveTo>
                  <a:pt x="16326" y="15020"/>
                </a:moveTo>
                <a:lnTo>
                  <a:pt x="16542" y="15020"/>
                </a:lnTo>
                <a:lnTo>
                  <a:pt x="16542" y="19103"/>
                </a:lnTo>
                <a:lnTo>
                  <a:pt x="16326" y="19103"/>
                </a:lnTo>
                <a:lnTo>
                  <a:pt x="16326" y="15020"/>
                </a:lnTo>
                <a:close/>
                <a:moveTo>
                  <a:pt x="16975" y="15020"/>
                </a:moveTo>
                <a:lnTo>
                  <a:pt x="17192" y="15020"/>
                </a:lnTo>
                <a:lnTo>
                  <a:pt x="17192" y="19103"/>
                </a:lnTo>
                <a:lnTo>
                  <a:pt x="16975" y="19103"/>
                </a:lnTo>
                <a:lnTo>
                  <a:pt x="16975" y="15020"/>
                </a:lnTo>
                <a:close/>
                <a:moveTo>
                  <a:pt x="17571" y="15020"/>
                </a:moveTo>
                <a:lnTo>
                  <a:pt x="17788" y="15020"/>
                </a:lnTo>
                <a:lnTo>
                  <a:pt x="17788" y="19103"/>
                </a:lnTo>
                <a:lnTo>
                  <a:pt x="17571" y="19103"/>
                </a:lnTo>
                <a:lnTo>
                  <a:pt x="17571" y="15020"/>
                </a:lnTo>
                <a:close/>
                <a:moveTo>
                  <a:pt x="18816" y="15020"/>
                </a:moveTo>
                <a:lnTo>
                  <a:pt x="19033" y="15020"/>
                </a:lnTo>
                <a:lnTo>
                  <a:pt x="19033" y="19103"/>
                </a:lnTo>
                <a:lnTo>
                  <a:pt x="18816" y="19103"/>
                </a:lnTo>
                <a:lnTo>
                  <a:pt x="18816" y="15020"/>
                </a:lnTo>
                <a:close/>
                <a:moveTo>
                  <a:pt x="19466" y="15020"/>
                </a:moveTo>
                <a:lnTo>
                  <a:pt x="19683" y="15020"/>
                </a:lnTo>
                <a:lnTo>
                  <a:pt x="19683" y="19103"/>
                </a:lnTo>
                <a:lnTo>
                  <a:pt x="19466" y="19103"/>
                </a:lnTo>
                <a:lnTo>
                  <a:pt x="19466" y="15020"/>
                </a:lnTo>
                <a:close/>
                <a:moveTo>
                  <a:pt x="20116" y="15020"/>
                </a:moveTo>
                <a:lnTo>
                  <a:pt x="20333" y="15020"/>
                </a:lnTo>
                <a:lnTo>
                  <a:pt x="20333" y="19103"/>
                </a:lnTo>
                <a:lnTo>
                  <a:pt x="20116" y="19103"/>
                </a:lnTo>
                <a:lnTo>
                  <a:pt x="20116" y="150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98" name="Google Shape;198;p9"/>
          <p:cNvGrpSpPr/>
          <p:nvPr/>
        </p:nvGrpSpPr>
        <p:grpSpPr>
          <a:xfrm>
            <a:off x="563928" y="7911552"/>
            <a:ext cx="3851138" cy="1377766"/>
            <a:chOff x="-1" y="-1"/>
            <a:chExt cx="3851136" cy="1377765"/>
          </a:xfrm>
        </p:grpSpPr>
        <p:sp>
          <p:nvSpPr>
            <p:cNvPr id="199" name="Google Shape;199;p9"/>
            <p:cNvSpPr/>
            <p:nvPr/>
          </p:nvSpPr>
          <p:spPr>
            <a:xfrm>
              <a:off x="53881" y="53881"/>
              <a:ext cx="3743373" cy="12700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descr="Rectángulo" id="200" name="Google Shape;200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" y="-1"/>
              <a:ext cx="3851136" cy="137776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"/>
          <p:cNvSpPr txBox="1"/>
          <p:nvPr>
            <p:ph idx="4294967295" type="subTitle"/>
          </p:nvPr>
        </p:nvSpPr>
        <p:spPr>
          <a:xfrm>
            <a:off x="-2742904" y="1201040"/>
            <a:ext cx="10464801" cy="11303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b="0" i="0" lang="en-US" sz="3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Contexto A</a:t>
            </a:r>
            <a:endParaRPr/>
          </a:p>
        </p:txBody>
      </p:sp>
      <p:sp>
        <p:nvSpPr>
          <p:cNvPr id="206" name="Google Shape;206;p10"/>
          <p:cNvSpPr txBox="1"/>
          <p:nvPr/>
        </p:nvSpPr>
        <p:spPr>
          <a:xfrm>
            <a:off x="-2742904" y="2293240"/>
            <a:ext cx="10464801" cy="11303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2"/>
              <a:buFont typeface="Helvetica Neue"/>
              <a:buNone/>
            </a:pPr>
            <a:r>
              <a:rPr b="0" i="0" lang="en-US" sz="1702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Necesitamos contar la cantidad de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2"/>
              <a:buFont typeface="Helvetica Neue"/>
              <a:buNone/>
            </a:pPr>
            <a:r>
              <a:rPr b="0" i="0" lang="en-US" sz="1702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manzanas que tenemos de cada color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2"/>
              <a:buFont typeface="Helvetica Neue"/>
              <a:buNone/>
            </a:pPr>
            <a:r>
              <a:t/>
            </a:r>
            <a:endParaRPr b="0" i="0" sz="1702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7" name="Google Shape;207;p10"/>
          <p:cNvSpPr txBox="1"/>
          <p:nvPr/>
        </p:nvSpPr>
        <p:spPr>
          <a:xfrm>
            <a:off x="7370389" y="2305940"/>
            <a:ext cx="5240167" cy="11303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6"/>
              <a:buFont typeface="Helvetica Neue"/>
              <a:buNone/>
            </a:pPr>
            <a:r>
              <a:rPr b="0" i="0" lang="en-US" sz="1776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Necesitamos seleccionar manzanas para exportar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6"/>
              <a:buFont typeface="Helvetica Neue"/>
              <a:buNone/>
            </a:pPr>
            <a:r>
              <a:rPr b="0" i="0" lang="en-US" sz="1776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pudiendo ser solo aquellas cuyo peso unitario sea de 150g y 7 cm de alto</a:t>
            </a:r>
            <a:endParaRPr/>
          </a:p>
        </p:txBody>
      </p:sp>
      <p:sp>
        <p:nvSpPr>
          <p:cNvPr id="208" name="Google Shape;208;p10"/>
          <p:cNvSpPr txBox="1"/>
          <p:nvPr/>
        </p:nvSpPr>
        <p:spPr>
          <a:xfrm>
            <a:off x="4589287" y="1201040"/>
            <a:ext cx="10464801" cy="11303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b="0" i="0" lang="en-US" sz="3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Contexto B</a:t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1240182" y="3507511"/>
            <a:ext cx="993304" cy="1130301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2538945" y="3507511"/>
            <a:ext cx="993304" cy="1130301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rgbClr val="EB220C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7156715" y="4132592"/>
            <a:ext cx="577653" cy="657324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rgbClr val="EB220C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10807688" y="3839446"/>
            <a:ext cx="1270934" cy="1446222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rgbClr val="EB220C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13" name="Google Shape;213;p10"/>
          <p:cNvGrpSpPr/>
          <p:nvPr/>
        </p:nvGrpSpPr>
        <p:grpSpPr>
          <a:xfrm>
            <a:off x="563928" y="6644890"/>
            <a:ext cx="3851138" cy="1377766"/>
            <a:chOff x="-1" y="-1"/>
            <a:chExt cx="3851136" cy="1377765"/>
          </a:xfrm>
        </p:grpSpPr>
        <p:sp>
          <p:nvSpPr>
            <p:cNvPr id="214" name="Google Shape;214;p10"/>
            <p:cNvSpPr/>
            <p:nvPr/>
          </p:nvSpPr>
          <p:spPr>
            <a:xfrm>
              <a:off x="53881" y="53881"/>
              <a:ext cx="3743373" cy="12700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Manzana</a:t>
              </a:r>
              <a:endParaRPr/>
            </a:p>
          </p:txBody>
        </p:sp>
        <p:pic>
          <p:nvPicPr>
            <p:cNvPr descr="Manzana" id="215" name="Google Shape;215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" y="-1"/>
              <a:ext cx="3851136" cy="137776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6" name="Google Shape;216;p10"/>
          <p:cNvSpPr/>
          <p:nvPr/>
        </p:nvSpPr>
        <p:spPr>
          <a:xfrm>
            <a:off x="430127" y="4849130"/>
            <a:ext cx="993304" cy="1130301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1741553" y="4849130"/>
            <a:ext cx="993304" cy="1130301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rgbClr val="EB220C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3165314" y="4849130"/>
            <a:ext cx="993304" cy="1130301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7103476" y="3589357"/>
            <a:ext cx="2227042" cy="1946400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cubicBezTo>
                  <a:pt x="10226" y="0"/>
                  <a:pt x="9760" y="531"/>
                  <a:pt x="9761" y="1187"/>
                </a:cubicBezTo>
                <a:cubicBezTo>
                  <a:pt x="9761" y="1611"/>
                  <a:pt x="9955" y="1983"/>
                  <a:pt x="10247" y="2193"/>
                </a:cubicBezTo>
                <a:lnTo>
                  <a:pt x="10247" y="2956"/>
                </a:lnTo>
                <a:cubicBezTo>
                  <a:pt x="9939" y="3110"/>
                  <a:pt x="9689" y="3387"/>
                  <a:pt x="9546" y="3734"/>
                </a:cubicBezTo>
                <a:lnTo>
                  <a:pt x="2528" y="3734"/>
                </a:lnTo>
                <a:lnTo>
                  <a:pt x="2528" y="4844"/>
                </a:lnTo>
                <a:lnTo>
                  <a:pt x="3409" y="4844"/>
                </a:lnTo>
                <a:lnTo>
                  <a:pt x="845" y="13979"/>
                </a:lnTo>
                <a:lnTo>
                  <a:pt x="0" y="13979"/>
                </a:lnTo>
                <a:cubicBezTo>
                  <a:pt x="713" y="15444"/>
                  <a:pt x="2079" y="16435"/>
                  <a:pt x="3648" y="16435"/>
                </a:cubicBezTo>
                <a:cubicBezTo>
                  <a:pt x="5218" y="16435"/>
                  <a:pt x="6585" y="15444"/>
                  <a:pt x="7298" y="13979"/>
                </a:cubicBezTo>
                <a:lnTo>
                  <a:pt x="6453" y="13979"/>
                </a:lnTo>
                <a:lnTo>
                  <a:pt x="3888" y="4844"/>
                </a:lnTo>
                <a:lnTo>
                  <a:pt x="9469" y="4844"/>
                </a:lnTo>
                <a:cubicBezTo>
                  <a:pt x="9583" y="5301"/>
                  <a:pt x="9872" y="5673"/>
                  <a:pt x="10247" y="5860"/>
                </a:cubicBezTo>
                <a:lnTo>
                  <a:pt x="10247" y="10137"/>
                </a:lnTo>
                <a:lnTo>
                  <a:pt x="9447" y="13379"/>
                </a:lnTo>
                <a:lnTo>
                  <a:pt x="9447" y="19963"/>
                </a:lnTo>
                <a:lnTo>
                  <a:pt x="6460" y="19963"/>
                </a:lnTo>
                <a:cubicBezTo>
                  <a:pt x="6276" y="19963"/>
                  <a:pt x="6111" y="20093"/>
                  <a:pt x="6046" y="20289"/>
                </a:cubicBezTo>
                <a:lnTo>
                  <a:pt x="5613" y="21600"/>
                </a:lnTo>
                <a:lnTo>
                  <a:pt x="15987" y="21600"/>
                </a:lnTo>
                <a:lnTo>
                  <a:pt x="15552" y="20289"/>
                </a:lnTo>
                <a:cubicBezTo>
                  <a:pt x="15487" y="20093"/>
                  <a:pt x="15322" y="19963"/>
                  <a:pt x="15139" y="19963"/>
                </a:cubicBezTo>
                <a:lnTo>
                  <a:pt x="12153" y="19963"/>
                </a:lnTo>
                <a:lnTo>
                  <a:pt x="12153" y="13379"/>
                </a:lnTo>
                <a:lnTo>
                  <a:pt x="11353" y="10139"/>
                </a:lnTo>
                <a:lnTo>
                  <a:pt x="11353" y="5860"/>
                </a:lnTo>
                <a:cubicBezTo>
                  <a:pt x="11728" y="5673"/>
                  <a:pt x="12016" y="5302"/>
                  <a:pt x="12130" y="4846"/>
                </a:cubicBezTo>
                <a:lnTo>
                  <a:pt x="17710" y="4846"/>
                </a:lnTo>
                <a:lnTo>
                  <a:pt x="15147" y="13979"/>
                </a:lnTo>
                <a:lnTo>
                  <a:pt x="14302" y="13979"/>
                </a:lnTo>
                <a:cubicBezTo>
                  <a:pt x="15015" y="15444"/>
                  <a:pt x="16380" y="16435"/>
                  <a:pt x="17950" y="16435"/>
                </a:cubicBezTo>
                <a:cubicBezTo>
                  <a:pt x="19519" y="16435"/>
                  <a:pt x="20887" y="15444"/>
                  <a:pt x="21600" y="13979"/>
                </a:cubicBezTo>
                <a:lnTo>
                  <a:pt x="20753" y="13979"/>
                </a:lnTo>
                <a:lnTo>
                  <a:pt x="18190" y="4844"/>
                </a:lnTo>
                <a:lnTo>
                  <a:pt x="19072" y="4844"/>
                </a:lnTo>
                <a:lnTo>
                  <a:pt x="19072" y="3734"/>
                </a:lnTo>
                <a:lnTo>
                  <a:pt x="12052" y="3734"/>
                </a:lnTo>
                <a:cubicBezTo>
                  <a:pt x="11909" y="3388"/>
                  <a:pt x="11661" y="3110"/>
                  <a:pt x="11353" y="2956"/>
                </a:cubicBezTo>
                <a:lnTo>
                  <a:pt x="11353" y="2193"/>
                </a:lnTo>
                <a:cubicBezTo>
                  <a:pt x="11645" y="1983"/>
                  <a:pt x="11838" y="1611"/>
                  <a:pt x="11838" y="1187"/>
                </a:cubicBezTo>
                <a:cubicBezTo>
                  <a:pt x="11838" y="531"/>
                  <a:pt x="11374" y="0"/>
                  <a:pt x="10800" y="0"/>
                </a:cubicBezTo>
                <a:close/>
                <a:moveTo>
                  <a:pt x="3486" y="5791"/>
                </a:moveTo>
                <a:lnTo>
                  <a:pt x="3486" y="13979"/>
                </a:lnTo>
                <a:lnTo>
                  <a:pt x="1188" y="13979"/>
                </a:lnTo>
                <a:lnTo>
                  <a:pt x="3486" y="5791"/>
                </a:lnTo>
                <a:close/>
                <a:moveTo>
                  <a:pt x="3812" y="5791"/>
                </a:moveTo>
                <a:lnTo>
                  <a:pt x="6110" y="13979"/>
                </a:lnTo>
                <a:lnTo>
                  <a:pt x="3812" y="13979"/>
                </a:lnTo>
                <a:lnTo>
                  <a:pt x="3812" y="5791"/>
                </a:lnTo>
                <a:close/>
                <a:moveTo>
                  <a:pt x="17788" y="5791"/>
                </a:moveTo>
                <a:lnTo>
                  <a:pt x="17788" y="13979"/>
                </a:lnTo>
                <a:lnTo>
                  <a:pt x="15490" y="13979"/>
                </a:lnTo>
                <a:lnTo>
                  <a:pt x="17788" y="5791"/>
                </a:lnTo>
                <a:close/>
                <a:moveTo>
                  <a:pt x="18114" y="5791"/>
                </a:moveTo>
                <a:lnTo>
                  <a:pt x="20412" y="13979"/>
                </a:lnTo>
                <a:lnTo>
                  <a:pt x="18114" y="13979"/>
                </a:lnTo>
                <a:lnTo>
                  <a:pt x="18114" y="5791"/>
                </a:lnTo>
                <a:close/>
              </a:path>
            </a:pathLst>
          </a:custGeom>
          <a:solidFill>
            <a:srgbClr val="004C7F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0" name="Google Shape;220;p10"/>
          <p:cNvSpPr/>
          <p:nvPr/>
        </p:nvSpPr>
        <p:spPr>
          <a:xfrm rot="-5400000">
            <a:off x="9615358" y="4487427"/>
            <a:ext cx="1602972" cy="297615"/>
          </a:xfrm>
          <a:custGeom>
            <a:rect b="b" l="l" r="r" t="t"/>
            <a:pathLst>
              <a:path extrusionOk="0" h="21600" w="21600">
                <a:moveTo>
                  <a:pt x="437" y="0"/>
                </a:moveTo>
                <a:cubicBezTo>
                  <a:pt x="196" y="0"/>
                  <a:pt x="0" y="1044"/>
                  <a:pt x="0" y="2342"/>
                </a:cubicBezTo>
                <a:lnTo>
                  <a:pt x="0" y="19258"/>
                </a:lnTo>
                <a:cubicBezTo>
                  <a:pt x="0" y="20556"/>
                  <a:pt x="196" y="21600"/>
                  <a:pt x="437" y="21600"/>
                </a:cubicBezTo>
                <a:lnTo>
                  <a:pt x="21163" y="21600"/>
                </a:lnTo>
                <a:cubicBezTo>
                  <a:pt x="21404" y="21600"/>
                  <a:pt x="21600" y="20556"/>
                  <a:pt x="21600" y="19258"/>
                </a:cubicBezTo>
                <a:lnTo>
                  <a:pt x="21600" y="2342"/>
                </a:lnTo>
                <a:cubicBezTo>
                  <a:pt x="21600" y="1044"/>
                  <a:pt x="21404" y="0"/>
                  <a:pt x="21163" y="0"/>
                </a:cubicBezTo>
                <a:lnTo>
                  <a:pt x="437" y="0"/>
                </a:lnTo>
                <a:close/>
                <a:moveTo>
                  <a:pt x="19439" y="7273"/>
                </a:moveTo>
                <a:cubicBezTo>
                  <a:pt x="19672" y="7273"/>
                  <a:pt x="19860" y="8287"/>
                  <a:pt x="19860" y="9542"/>
                </a:cubicBezTo>
                <a:cubicBezTo>
                  <a:pt x="19860" y="10798"/>
                  <a:pt x="19672" y="11821"/>
                  <a:pt x="19439" y="11821"/>
                </a:cubicBezTo>
                <a:cubicBezTo>
                  <a:pt x="19206" y="11821"/>
                  <a:pt x="19018" y="10797"/>
                  <a:pt x="19018" y="9542"/>
                </a:cubicBezTo>
                <a:cubicBezTo>
                  <a:pt x="19018" y="8287"/>
                  <a:pt x="19206" y="7273"/>
                  <a:pt x="19439" y="7273"/>
                </a:cubicBezTo>
                <a:close/>
                <a:moveTo>
                  <a:pt x="677" y="9478"/>
                </a:moveTo>
                <a:lnTo>
                  <a:pt x="893" y="9478"/>
                </a:lnTo>
                <a:lnTo>
                  <a:pt x="893" y="19103"/>
                </a:lnTo>
                <a:lnTo>
                  <a:pt x="677" y="19103"/>
                </a:lnTo>
                <a:lnTo>
                  <a:pt x="677" y="9478"/>
                </a:lnTo>
                <a:close/>
                <a:moveTo>
                  <a:pt x="5658" y="9478"/>
                </a:moveTo>
                <a:lnTo>
                  <a:pt x="5875" y="9478"/>
                </a:lnTo>
                <a:lnTo>
                  <a:pt x="5875" y="19103"/>
                </a:lnTo>
                <a:lnTo>
                  <a:pt x="5658" y="19103"/>
                </a:lnTo>
                <a:lnTo>
                  <a:pt x="5658" y="9478"/>
                </a:lnTo>
                <a:close/>
                <a:moveTo>
                  <a:pt x="10694" y="9478"/>
                </a:moveTo>
                <a:lnTo>
                  <a:pt x="10911" y="9478"/>
                </a:lnTo>
                <a:lnTo>
                  <a:pt x="10911" y="19103"/>
                </a:lnTo>
                <a:lnTo>
                  <a:pt x="10694" y="19103"/>
                </a:lnTo>
                <a:lnTo>
                  <a:pt x="10694" y="9478"/>
                </a:lnTo>
                <a:close/>
                <a:moveTo>
                  <a:pt x="15730" y="9478"/>
                </a:moveTo>
                <a:lnTo>
                  <a:pt x="15947" y="9478"/>
                </a:lnTo>
                <a:lnTo>
                  <a:pt x="15947" y="19103"/>
                </a:lnTo>
                <a:lnTo>
                  <a:pt x="15730" y="19103"/>
                </a:lnTo>
                <a:lnTo>
                  <a:pt x="15730" y="9478"/>
                </a:lnTo>
                <a:close/>
                <a:moveTo>
                  <a:pt x="20712" y="9478"/>
                </a:moveTo>
                <a:lnTo>
                  <a:pt x="20928" y="9478"/>
                </a:lnTo>
                <a:lnTo>
                  <a:pt x="20928" y="19103"/>
                </a:lnTo>
                <a:lnTo>
                  <a:pt x="20712" y="19103"/>
                </a:lnTo>
                <a:lnTo>
                  <a:pt x="20712" y="9478"/>
                </a:lnTo>
                <a:close/>
                <a:moveTo>
                  <a:pt x="3168" y="12395"/>
                </a:moveTo>
                <a:lnTo>
                  <a:pt x="3384" y="12395"/>
                </a:lnTo>
                <a:lnTo>
                  <a:pt x="3384" y="19103"/>
                </a:lnTo>
                <a:lnTo>
                  <a:pt x="3168" y="19103"/>
                </a:lnTo>
                <a:lnTo>
                  <a:pt x="3168" y="12395"/>
                </a:lnTo>
                <a:close/>
                <a:moveTo>
                  <a:pt x="8203" y="12395"/>
                </a:moveTo>
                <a:lnTo>
                  <a:pt x="8420" y="12395"/>
                </a:lnTo>
                <a:lnTo>
                  <a:pt x="8420" y="19103"/>
                </a:lnTo>
                <a:lnTo>
                  <a:pt x="8203" y="19103"/>
                </a:lnTo>
                <a:lnTo>
                  <a:pt x="8203" y="12395"/>
                </a:lnTo>
                <a:close/>
                <a:moveTo>
                  <a:pt x="13185" y="12395"/>
                </a:moveTo>
                <a:lnTo>
                  <a:pt x="13402" y="12395"/>
                </a:lnTo>
                <a:lnTo>
                  <a:pt x="13402" y="19103"/>
                </a:lnTo>
                <a:lnTo>
                  <a:pt x="13185" y="19103"/>
                </a:lnTo>
                <a:lnTo>
                  <a:pt x="13185" y="12395"/>
                </a:lnTo>
                <a:close/>
                <a:moveTo>
                  <a:pt x="18221" y="12395"/>
                </a:moveTo>
                <a:lnTo>
                  <a:pt x="18437" y="12395"/>
                </a:lnTo>
                <a:lnTo>
                  <a:pt x="18437" y="19103"/>
                </a:lnTo>
                <a:lnTo>
                  <a:pt x="18221" y="19103"/>
                </a:lnTo>
                <a:lnTo>
                  <a:pt x="18221" y="12395"/>
                </a:lnTo>
                <a:close/>
                <a:moveTo>
                  <a:pt x="1272" y="15020"/>
                </a:moveTo>
                <a:lnTo>
                  <a:pt x="1489" y="15020"/>
                </a:lnTo>
                <a:lnTo>
                  <a:pt x="1489" y="19103"/>
                </a:lnTo>
                <a:lnTo>
                  <a:pt x="1272" y="19103"/>
                </a:lnTo>
                <a:lnTo>
                  <a:pt x="1272" y="15020"/>
                </a:lnTo>
                <a:close/>
                <a:moveTo>
                  <a:pt x="1922" y="15020"/>
                </a:moveTo>
                <a:lnTo>
                  <a:pt x="2139" y="15020"/>
                </a:lnTo>
                <a:lnTo>
                  <a:pt x="2139" y="19103"/>
                </a:lnTo>
                <a:lnTo>
                  <a:pt x="1922" y="19103"/>
                </a:lnTo>
                <a:lnTo>
                  <a:pt x="1922" y="15020"/>
                </a:lnTo>
                <a:close/>
                <a:moveTo>
                  <a:pt x="2518" y="15020"/>
                </a:moveTo>
                <a:lnTo>
                  <a:pt x="2734" y="15020"/>
                </a:lnTo>
                <a:lnTo>
                  <a:pt x="2734" y="19103"/>
                </a:lnTo>
                <a:lnTo>
                  <a:pt x="2518" y="19103"/>
                </a:lnTo>
                <a:lnTo>
                  <a:pt x="2518" y="15020"/>
                </a:lnTo>
                <a:close/>
                <a:moveTo>
                  <a:pt x="3817" y="15020"/>
                </a:moveTo>
                <a:lnTo>
                  <a:pt x="4034" y="15020"/>
                </a:lnTo>
                <a:lnTo>
                  <a:pt x="4034" y="19103"/>
                </a:lnTo>
                <a:lnTo>
                  <a:pt x="3817" y="19103"/>
                </a:lnTo>
                <a:lnTo>
                  <a:pt x="3817" y="15020"/>
                </a:lnTo>
                <a:close/>
                <a:moveTo>
                  <a:pt x="4413" y="15020"/>
                </a:moveTo>
                <a:lnTo>
                  <a:pt x="4630" y="15020"/>
                </a:lnTo>
                <a:lnTo>
                  <a:pt x="4630" y="19103"/>
                </a:lnTo>
                <a:lnTo>
                  <a:pt x="4413" y="19103"/>
                </a:lnTo>
                <a:lnTo>
                  <a:pt x="4413" y="15020"/>
                </a:lnTo>
                <a:close/>
                <a:moveTo>
                  <a:pt x="5063" y="15020"/>
                </a:moveTo>
                <a:lnTo>
                  <a:pt x="5279" y="15020"/>
                </a:lnTo>
                <a:lnTo>
                  <a:pt x="5279" y="19103"/>
                </a:lnTo>
                <a:lnTo>
                  <a:pt x="5063" y="19103"/>
                </a:lnTo>
                <a:lnTo>
                  <a:pt x="5063" y="15020"/>
                </a:lnTo>
                <a:close/>
                <a:moveTo>
                  <a:pt x="6308" y="15020"/>
                </a:moveTo>
                <a:lnTo>
                  <a:pt x="6525" y="15020"/>
                </a:lnTo>
                <a:lnTo>
                  <a:pt x="6525" y="19103"/>
                </a:lnTo>
                <a:lnTo>
                  <a:pt x="6308" y="19103"/>
                </a:lnTo>
                <a:lnTo>
                  <a:pt x="6308" y="15020"/>
                </a:lnTo>
                <a:close/>
                <a:moveTo>
                  <a:pt x="6904" y="15020"/>
                </a:moveTo>
                <a:lnTo>
                  <a:pt x="7120" y="15020"/>
                </a:lnTo>
                <a:lnTo>
                  <a:pt x="7120" y="19103"/>
                </a:lnTo>
                <a:lnTo>
                  <a:pt x="6904" y="19103"/>
                </a:lnTo>
                <a:lnTo>
                  <a:pt x="6904" y="15020"/>
                </a:lnTo>
                <a:close/>
                <a:moveTo>
                  <a:pt x="7554" y="15020"/>
                </a:moveTo>
                <a:lnTo>
                  <a:pt x="7770" y="15020"/>
                </a:lnTo>
                <a:lnTo>
                  <a:pt x="7770" y="19103"/>
                </a:lnTo>
                <a:lnTo>
                  <a:pt x="7554" y="19103"/>
                </a:lnTo>
                <a:lnTo>
                  <a:pt x="7554" y="15020"/>
                </a:lnTo>
                <a:close/>
                <a:moveTo>
                  <a:pt x="8799" y="15020"/>
                </a:moveTo>
                <a:lnTo>
                  <a:pt x="9016" y="15020"/>
                </a:lnTo>
                <a:lnTo>
                  <a:pt x="9016" y="19103"/>
                </a:lnTo>
                <a:lnTo>
                  <a:pt x="8799" y="19103"/>
                </a:lnTo>
                <a:lnTo>
                  <a:pt x="8799" y="15020"/>
                </a:lnTo>
                <a:close/>
                <a:moveTo>
                  <a:pt x="9449" y="15020"/>
                </a:moveTo>
                <a:lnTo>
                  <a:pt x="9665" y="15020"/>
                </a:lnTo>
                <a:lnTo>
                  <a:pt x="9665" y="19103"/>
                </a:lnTo>
                <a:lnTo>
                  <a:pt x="9449" y="19103"/>
                </a:lnTo>
                <a:lnTo>
                  <a:pt x="9449" y="15020"/>
                </a:lnTo>
                <a:close/>
                <a:moveTo>
                  <a:pt x="10044" y="15020"/>
                </a:moveTo>
                <a:lnTo>
                  <a:pt x="10261" y="15020"/>
                </a:lnTo>
                <a:lnTo>
                  <a:pt x="10261" y="19103"/>
                </a:lnTo>
                <a:lnTo>
                  <a:pt x="10044" y="19103"/>
                </a:lnTo>
                <a:lnTo>
                  <a:pt x="10044" y="15020"/>
                </a:lnTo>
                <a:close/>
                <a:moveTo>
                  <a:pt x="11344" y="15020"/>
                </a:moveTo>
                <a:lnTo>
                  <a:pt x="11506" y="15020"/>
                </a:lnTo>
                <a:lnTo>
                  <a:pt x="11506" y="19103"/>
                </a:lnTo>
                <a:lnTo>
                  <a:pt x="11344" y="19103"/>
                </a:lnTo>
                <a:lnTo>
                  <a:pt x="11344" y="15020"/>
                </a:lnTo>
                <a:close/>
                <a:moveTo>
                  <a:pt x="11940" y="15020"/>
                </a:moveTo>
                <a:lnTo>
                  <a:pt x="12156" y="15020"/>
                </a:lnTo>
                <a:lnTo>
                  <a:pt x="12156" y="19103"/>
                </a:lnTo>
                <a:lnTo>
                  <a:pt x="11940" y="19103"/>
                </a:lnTo>
                <a:lnTo>
                  <a:pt x="11940" y="15020"/>
                </a:lnTo>
                <a:close/>
                <a:moveTo>
                  <a:pt x="12589" y="15020"/>
                </a:moveTo>
                <a:lnTo>
                  <a:pt x="12806" y="15020"/>
                </a:lnTo>
                <a:lnTo>
                  <a:pt x="12806" y="19103"/>
                </a:lnTo>
                <a:lnTo>
                  <a:pt x="12589" y="19103"/>
                </a:lnTo>
                <a:lnTo>
                  <a:pt x="12589" y="15020"/>
                </a:lnTo>
                <a:close/>
                <a:moveTo>
                  <a:pt x="13835" y="15020"/>
                </a:moveTo>
                <a:lnTo>
                  <a:pt x="14051" y="15020"/>
                </a:lnTo>
                <a:lnTo>
                  <a:pt x="14051" y="19103"/>
                </a:lnTo>
                <a:lnTo>
                  <a:pt x="13835" y="19103"/>
                </a:lnTo>
                <a:lnTo>
                  <a:pt x="13835" y="15020"/>
                </a:lnTo>
                <a:close/>
                <a:moveTo>
                  <a:pt x="14430" y="15020"/>
                </a:moveTo>
                <a:lnTo>
                  <a:pt x="14647" y="15020"/>
                </a:lnTo>
                <a:lnTo>
                  <a:pt x="14647" y="19103"/>
                </a:lnTo>
                <a:lnTo>
                  <a:pt x="14430" y="19103"/>
                </a:lnTo>
                <a:lnTo>
                  <a:pt x="14430" y="15020"/>
                </a:lnTo>
                <a:close/>
                <a:moveTo>
                  <a:pt x="15080" y="15020"/>
                </a:moveTo>
                <a:lnTo>
                  <a:pt x="15297" y="15020"/>
                </a:lnTo>
                <a:lnTo>
                  <a:pt x="15297" y="19103"/>
                </a:lnTo>
                <a:lnTo>
                  <a:pt x="15080" y="19103"/>
                </a:lnTo>
                <a:lnTo>
                  <a:pt x="15080" y="15020"/>
                </a:lnTo>
                <a:close/>
                <a:moveTo>
                  <a:pt x="16326" y="15020"/>
                </a:moveTo>
                <a:lnTo>
                  <a:pt x="16542" y="15020"/>
                </a:lnTo>
                <a:lnTo>
                  <a:pt x="16542" y="19103"/>
                </a:lnTo>
                <a:lnTo>
                  <a:pt x="16326" y="19103"/>
                </a:lnTo>
                <a:lnTo>
                  <a:pt x="16326" y="15020"/>
                </a:lnTo>
                <a:close/>
                <a:moveTo>
                  <a:pt x="16975" y="15020"/>
                </a:moveTo>
                <a:lnTo>
                  <a:pt x="17192" y="15020"/>
                </a:lnTo>
                <a:lnTo>
                  <a:pt x="17192" y="19103"/>
                </a:lnTo>
                <a:lnTo>
                  <a:pt x="16975" y="19103"/>
                </a:lnTo>
                <a:lnTo>
                  <a:pt x="16975" y="15020"/>
                </a:lnTo>
                <a:close/>
                <a:moveTo>
                  <a:pt x="17571" y="15020"/>
                </a:moveTo>
                <a:lnTo>
                  <a:pt x="17788" y="15020"/>
                </a:lnTo>
                <a:lnTo>
                  <a:pt x="17788" y="19103"/>
                </a:lnTo>
                <a:lnTo>
                  <a:pt x="17571" y="19103"/>
                </a:lnTo>
                <a:lnTo>
                  <a:pt x="17571" y="15020"/>
                </a:lnTo>
                <a:close/>
                <a:moveTo>
                  <a:pt x="18816" y="15020"/>
                </a:moveTo>
                <a:lnTo>
                  <a:pt x="19033" y="15020"/>
                </a:lnTo>
                <a:lnTo>
                  <a:pt x="19033" y="19103"/>
                </a:lnTo>
                <a:lnTo>
                  <a:pt x="18816" y="19103"/>
                </a:lnTo>
                <a:lnTo>
                  <a:pt x="18816" y="15020"/>
                </a:lnTo>
                <a:close/>
                <a:moveTo>
                  <a:pt x="19466" y="15020"/>
                </a:moveTo>
                <a:lnTo>
                  <a:pt x="19683" y="15020"/>
                </a:lnTo>
                <a:lnTo>
                  <a:pt x="19683" y="19103"/>
                </a:lnTo>
                <a:lnTo>
                  <a:pt x="19466" y="19103"/>
                </a:lnTo>
                <a:lnTo>
                  <a:pt x="19466" y="15020"/>
                </a:lnTo>
                <a:close/>
                <a:moveTo>
                  <a:pt x="20116" y="15020"/>
                </a:moveTo>
                <a:lnTo>
                  <a:pt x="20333" y="15020"/>
                </a:lnTo>
                <a:lnTo>
                  <a:pt x="20333" y="19103"/>
                </a:lnTo>
                <a:lnTo>
                  <a:pt x="20116" y="19103"/>
                </a:lnTo>
                <a:lnTo>
                  <a:pt x="20116" y="150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21" name="Google Shape;221;p10"/>
          <p:cNvGrpSpPr/>
          <p:nvPr/>
        </p:nvGrpSpPr>
        <p:grpSpPr>
          <a:xfrm>
            <a:off x="563928" y="7911552"/>
            <a:ext cx="3851138" cy="1377766"/>
            <a:chOff x="-1" y="-1"/>
            <a:chExt cx="3851136" cy="1377765"/>
          </a:xfrm>
        </p:grpSpPr>
        <p:sp>
          <p:nvSpPr>
            <p:cNvPr id="222" name="Google Shape;222;p10"/>
            <p:cNvSpPr/>
            <p:nvPr/>
          </p:nvSpPr>
          <p:spPr>
            <a:xfrm>
              <a:off x="53881" y="53881"/>
              <a:ext cx="3743373" cy="12700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color</a:t>
              </a:r>
              <a:endParaRPr/>
            </a:p>
          </p:txBody>
        </p:sp>
        <p:pic>
          <p:nvPicPr>
            <p:cNvPr descr="color" id="223" name="Google Shape;223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" y="-1"/>
              <a:ext cx="3851136" cy="137776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"/>
          <p:cNvSpPr txBox="1"/>
          <p:nvPr>
            <p:ph idx="4294967295" type="subTitle"/>
          </p:nvPr>
        </p:nvSpPr>
        <p:spPr>
          <a:xfrm>
            <a:off x="-2742904" y="1201040"/>
            <a:ext cx="10464801" cy="11303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b="0" i="0" lang="en-US" sz="3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Contexto A</a:t>
            </a:r>
            <a:endParaRPr/>
          </a:p>
        </p:txBody>
      </p:sp>
      <p:sp>
        <p:nvSpPr>
          <p:cNvPr id="229" name="Google Shape;229;p11"/>
          <p:cNvSpPr txBox="1"/>
          <p:nvPr/>
        </p:nvSpPr>
        <p:spPr>
          <a:xfrm>
            <a:off x="-2742904" y="2293240"/>
            <a:ext cx="10464801" cy="11303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2"/>
              <a:buFont typeface="Helvetica Neue"/>
              <a:buNone/>
            </a:pPr>
            <a:r>
              <a:rPr b="0" i="0" lang="en-US" sz="1702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Necesitamos contar la cantidad de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2"/>
              <a:buFont typeface="Helvetica Neue"/>
              <a:buNone/>
            </a:pPr>
            <a:r>
              <a:rPr b="0" i="0" lang="en-US" sz="1702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manzanas que tenemos de cada color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2"/>
              <a:buFont typeface="Helvetica Neue"/>
              <a:buNone/>
            </a:pPr>
            <a:r>
              <a:t/>
            </a:r>
            <a:endParaRPr b="0" i="0" sz="1702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0" name="Google Shape;230;p11"/>
          <p:cNvSpPr txBox="1"/>
          <p:nvPr/>
        </p:nvSpPr>
        <p:spPr>
          <a:xfrm>
            <a:off x="7370389" y="2305940"/>
            <a:ext cx="5240167" cy="11303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6"/>
              <a:buFont typeface="Helvetica Neue"/>
              <a:buNone/>
            </a:pPr>
            <a:r>
              <a:rPr b="0" i="0" lang="en-US" sz="1776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Necesitamos seleccionar manzanas para exportar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6"/>
              <a:buFont typeface="Helvetica Neue"/>
              <a:buNone/>
            </a:pPr>
            <a:r>
              <a:rPr b="0" i="0" lang="en-US" sz="1776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pudiendo ser solo aquellas cuyo peso unitario sea de 150g y 7 cm de alto</a:t>
            </a:r>
            <a:endParaRPr/>
          </a:p>
        </p:txBody>
      </p:sp>
      <p:sp>
        <p:nvSpPr>
          <p:cNvPr id="231" name="Google Shape;231;p11"/>
          <p:cNvSpPr txBox="1"/>
          <p:nvPr/>
        </p:nvSpPr>
        <p:spPr>
          <a:xfrm>
            <a:off x="4589287" y="1201040"/>
            <a:ext cx="10464801" cy="11303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b="0" i="0" lang="en-US" sz="3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Contexto B</a:t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1240182" y="3507511"/>
            <a:ext cx="993304" cy="1130301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2538945" y="3507511"/>
            <a:ext cx="993304" cy="1130301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rgbClr val="EB220C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7156715" y="4132592"/>
            <a:ext cx="577653" cy="657324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rgbClr val="EB220C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10807688" y="3839446"/>
            <a:ext cx="1270934" cy="1446222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rgbClr val="EB220C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36" name="Google Shape;236;p11"/>
          <p:cNvGrpSpPr/>
          <p:nvPr/>
        </p:nvGrpSpPr>
        <p:grpSpPr>
          <a:xfrm>
            <a:off x="563928" y="6644890"/>
            <a:ext cx="3851138" cy="1377766"/>
            <a:chOff x="-1" y="-1"/>
            <a:chExt cx="3851136" cy="1377765"/>
          </a:xfrm>
        </p:grpSpPr>
        <p:sp>
          <p:nvSpPr>
            <p:cNvPr id="237" name="Google Shape;237;p11"/>
            <p:cNvSpPr/>
            <p:nvPr/>
          </p:nvSpPr>
          <p:spPr>
            <a:xfrm>
              <a:off x="53881" y="53881"/>
              <a:ext cx="3743373" cy="12700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Manzana</a:t>
              </a:r>
              <a:endParaRPr/>
            </a:p>
          </p:txBody>
        </p:sp>
        <p:pic>
          <p:nvPicPr>
            <p:cNvPr descr="Manzana" id="238" name="Google Shape;238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" y="-1"/>
              <a:ext cx="3851136" cy="137776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9" name="Google Shape;239;p11"/>
          <p:cNvSpPr/>
          <p:nvPr/>
        </p:nvSpPr>
        <p:spPr>
          <a:xfrm>
            <a:off x="430127" y="4849130"/>
            <a:ext cx="993304" cy="1130301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1741553" y="4849130"/>
            <a:ext cx="993304" cy="1130301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rgbClr val="EB220C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3165314" y="4849130"/>
            <a:ext cx="993304" cy="1130301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7103476" y="3589357"/>
            <a:ext cx="2227042" cy="1946400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cubicBezTo>
                  <a:pt x="10226" y="0"/>
                  <a:pt x="9760" y="531"/>
                  <a:pt x="9761" y="1187"/>
                </a:cubicBezTo>
                <a:cubicBezTo>
                  <a:pt x="9761" y="1611"/>
                  <a:pt x="9955" y="1983"/>
                  <a:pt x="10247" y="2193"/>
                </a:cubicBezTo>
                <a:lnTo>
                  <a:pt x="10247" y="2956"/>
                </a:lnTo>
                <a:cubicBezTo>
                  <a:pt x="9939" y="3110"/>
                  <a:pt x="9689" y="3387"/>
                  <a:pt x="9546" y="3734"/>
                </a:cubicBezTo>
                <a:lnTo>
                  <a:pt x="2528" y="3734"/>
                </a:lnTo>
                <a:lnTo>
                  <a:pt x="2528" y="4844"/>
                </a:lnTo>
                <a:lnTo>
                  <a:pt x="3409" y="4844"/>
                </a:lnTo>
                <a:lnTo>
                  <a:pt x="845" y="13979"/>
                </a:lnTo>
                <a:lnTo>
                  <a:pt x="0" y="13979"/>
                </a:lnTo>
                <a:cubicBezTo>
                  <a:pt x="713" y="15444"/>
                  <a:pt x="2079" y="16435"/>
                  <a:pt x="3648" y="16435"/>
                </a:cubicBezTo>
                <a:cubicBezTo>
                  <a:pt x="5218" y="16435"/>
                  <a:pt x="6585" y="15444"/>
                  <a:pt x="7298" y="13979"/>
                </a:cubicBezTo>
                <a:lnTo>
                  <a:pt x="6453" y="13979"/>
                </a:lnTo>
                <a:lnTo>
                  <a:pt x="3888" y="4844"/>
                </a:lnTo>
                <a:lnTo>
                  <a:pt x="9469" y="4844"/>
                </a:lnTo>
                <a:cubicBezTo>
                  <a:pt x="9583" y="5301"/>
                  <a:pt x="9872" y="5673"/>
                  <a:pt x="10247" y="5860"/>
                </a:cubicBezTo>
                <a:lnTo>
                  <a:pt x="10247" y="10137"/>
                </a:lnTo>
                <a:lnTo>
                  <a:pt x="9447" y="13379"/>
                </a:lnTo>
                <a:lnTo>
                  <a:pt x="9447" y="19963"/>
                </a:lnTo>
                <a:lnTo>
                  <a:pt x="6460" y="19963"/>
                </a:lnTo>
                <a:cubicBezTo>
                  <a:pt x="6276" y="19963"/>
                  <a:pt x="6111" y="20093"/>
                  <a:pt x="6046" y="20289"/>
                </a:cubicBezTo>
                <a:lnTo>
                  <a:pt x="5613" y="21600"/>
                </a:lnTo>
                <a:lnTo>
                  <a:pt x="15987" y="21600"/>
                </a:lnTo>
                <a:lnTo>
                  <a:pt x="15552" y="20289"/>
                </a:lnTo>
                <a:cubicBezTo>
                  <a:pt x="15487" y="20093"/>
                  <a:pt x="15322" y="19963"/>
                  <a:pt x="15139" y="19963"/>
                </a:cubicBezTo>
                <a:lnTo>
                  <a:pt x="12153" y="19963"/>
                </a:lnTo>
                <a:lnTo>
                  <a:pt x="12153" y="13379"/>
                </a:lnTo>
                <a:lnTo>
                  <a:pt x="11353" y="10139"/>
                </a:lnTo>
                <a:lnTo>
                  <a:pt x="11353" y="5860"/>
                </a:lnTo>
                <a:cubicBezTo>
                  <a:pt x="11728" y="5673"/>
                  <a:pt x="12016" y="5302"/>
                  <a:pt x="12130" y="4846"/>
                </a:cubicBezTo>
                <a:lnTo>
                  <a:pt x="17710" y="4846"/>
                </a:lnTo>
                <a:lnTo>
                  <a:pt x="15147" y="13979"/>
                </a:lnTo>
                <a:lnTo>
                  <a:pt x="14302" y="13979"/>
                </a:lnTo>
                <a:cubicBezTo>
                  <a:pt x="15015" y="15444"/>
                  <a:pt x="16380" y="16435"/>
                  <a:pt x="17950" y="16435"/>
                </a:cubicBezTo>
                <a:cubicBezTo>
                  <a:pt x="19519" y="16435"/>
                  <a:pt x="20887" y="15444"/>
                  <a:pt x="21600" y="13979"/>
                </a:cubicBezTo>
                <a:lnTo>
                  <a:pt x="20753" y="13979"/>
                </a:lnTo>
                <a:lnTo>
                  <a:pt x="18190" y="4844"/>
                </a:lnTo>
                <a:lnTo>
                  <a:pt x="19072" y="4844"/>
                </a:lnTo>
                <a:lnTo>
                  <a:pt x="19072" y="3734"/>
                </a:lnTo>
                <a:lnTo>
                  <a:pt x="12052" y="3734"/>
                </a:lnTo>
                <a:cubicBezTo>
                  <a:pt x="11909" y="3388"/>
                  <a:pt x="11661" y="3110"/>
                  <a:pt x="11353" y="2956"/>
                </a:cubicBezTo>
                <a:lnTo>
                  <a:pt x="11353" y="2193"/>
                </a:lnTo>
                <a:cubicBezTo>
                  <a:pt x="11645" y="1983"/>
                  <a:pt x="11838" y="1611"/>
                  <a:pt x="11838" y="1187"/>
                </a:cubicBezTo>
                <a:cubicBezTo>
                  <a:pt x="11838" y="531"/>
                  <a:pt x="11374" y="0"/>
                  <a:pt x="10800" y="0"/>
                </a:cubicBezTo>
                <a:close/>
                <a:moveTo>
                  <a:pt x="3486" y="5791"/>
                </a:moveTo>
                <a:lnTo>
                  <a:pt x="3486" y="13979"/>
                </a:lnTo>
                <a:lnTo>
                  <a:pt x="1188" y="13979"/>
                </a:lnTo>
                <a:lnTo>
                  <a:pt x="3486" y="5791"/>
                </a:lnTo>
                <a:close/>
                <a:moveTo>
                  <a:pt x="3812" y="5791"/>
                </a:moveTo>
                <a:lnTo>
                  <a:pt x="6110" y="13979"/>
                </a:lnTo>
                <a:lnTo>
                  <a:pt x="3812" y="13979"/>
                </a:lnTo>
                <a:lnTo>
                  <a:pt x="3812" y="5791"/>
                </a:lnTo>
                <a:close/>
                <a:moveTo>
                  <a:pt x="17788" y="5791"/>
                </a:moveTo>
                <a:lnTo>
                  <a:pt x="17788" y="13979"/>
                </a:lnTo>
                <a:lnTo>
                  <a:pt x="15490" y="13979"/>
                </a:lnTo>
                <a:lnTo>
                  <a:pt x="17788" y="5791"/>
                </a:lnTo>
                <a:close/>
                <a:moveTo>
                  <a:pt x="18114" y="5791"/>
                </a:moveTo>
                <a:lnTo>
                  <a:pt x="20412" y="13979"/>
                </a:lnTo>
                <a:lnTo>
                  <a:pt x="18114" y="13979"/>
                </a:lnTo>
                <a:lnTo>
                  <a:pt x="18114" y="5791"/>
                </a:lnTo>
                <a:close/>
              </a:path>
            </a:pathLst>
          </a:custGeom>
          <a:solidFill>
            <a:srgbClr val="004C7F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3" name="Google Shape;243;p11"/>
          <p:cNvSpPr/>
          <p:nvPr/>
        </p:nvSpPr>
        <p:spPr>
          <a:xfrm rot="-5400000">
            <a:off x="9615358" y="4487427"/>
            <a:ext cx="1602972" cy="297615"/>
          </a:xfrm>
          <a:custGeom>
            <a:rect b="b" l="l" r="r" t="t"/>
            <a:pathLst>
              <a:path extrusionOk="0" h="21600" w="21600">
                <a:moveTo>
                  <a:pt x="437" y="0"/>
                </a:moveTo>
                <a:cubicBezTo>
                  <a:pt x="196" y="0"/>
                  <a:pt x="0" y="1044"/>
                  <a:pt x="0" y="2342"/>
                </a:cubicBezTo>
                <a:lnTo>
                  <a:pt x="0" y="19258"/>
                </a:lnTo>
                <a:cubicBezTo>
                  <a:pt x="0" y="20556"/>
                  <a:pt x="196" y="21600"/>
                  <a:pt x="437" y="21600"/>
                </a:cubicBezTo>
                <a:lnTo>
                  <a:pt x="21163" y="21600"/>
                </a:lnTo>
                <a:cubicBezTo>
                  <a:pt x="21404" y="21600"/>
                  <a:pt x="21600" y="20556"/>
                  <a:pt x="21600" y="19258"/>
                </a:cubicBezTo>
                <a:lnTo>
                  <a:pt x="21600" y="2342"/>
                </a:lnTo>
                <a:cubicBezTo>
                  <a:pt x="21600" y="1044"/>
                  <a:pt x="21404" y="0"/>
                  <a:pt x="21163" y="0"/>
                </a:cubicBezTo>
                <a:lnTo>
                  <a:pt x="437" y="0"/>
                </a:lnTo>
                <a:close/>
                <a:moveTo>
                  <a:pt x="19439" y="7273"/>
                </a:moveTo>
                <a:cubicBezTo>
                  <a:pt x="19672" y="7273"/>
                  <a:pt x="19860" y="8287"/>
                  <a:pt x="19860" y="9542"/>
                </a:cubicBezTo>
                <a:cubicBezTo>
                  <a:pt x="19860" y="10798"/>
                  <a:pt x="19672" y="11821"/>
                  <a:pt x="19439" y="11821"/>
                </a:cubicBezTo>
                <a:cubicBezTo>
                  <a:pt x="19206" y="11821"/>
                  <a:pt x="19018" y="10797"/>
                  <a:pt x="19018" y="9542"/>
                </a:cubicBezTo>
                <a:cubicBezTo>
                  <a:pt x="19018" y="8287"/>
                  <a:pt x="19206" y="7273"/>
                  <a:pt x="19439" y="7273"/>
                </a:cubicBezTo>
                <a:close/>
                <a:moveTo>
                  <a:pt x="677" y="9478"/>
                </a:moveTo>
                <a:lnTo>
                  <a:pt x="893" y="9478"/>
                </a:lnTo>
                <a:lnTo>
                  <a:pt x="893" y="19103"/>
                </a:lnTo>
                <a:lnTo>
                  <a:pt x="677" y="19103"/>
                </a:lnTo>
                <a:lnTo>
                  <a:pt x="677" y="9478"/>
                </a:lnTo>
                <a:close/>
                <a:moveTo>
                  <a:pt x="5658" y="9478"/>
                </a:moveTo>
                <a:lnTo>
                  <a:pt x="5875" y="9478"/>
                </a:lnTo>
                <a:lnTo>
                  <a:pt x="5875" y="19103"/>
                </a:lnTo>
                <a:lnTo>
                  <a:pt x="5658" y="19103"/>
                </a:lnTo>
                <a:lnTo>
                  <a:pt x="5658" y="9478"/>
                </a:lnTo>
                <a:close/>
                <a:moveTo>
                  <a:pt x="10694" y="9478"/>
                </a:moveTo>
                <a:lnTo>
                  <a:pt x="10911" y="9478"/>
                </a:lnTo>
                <a:lnTo>
                  <a:pt x="10911" y="19103"/>
                </a:lnTo>
                <a:lnTo>
                  <a:pt x="10694" y="19103"/>
                </a:lnTo>
                <a:lnTo>
                  <a:pt x="10694" y="9478"/>
                </a:lnTo>
                <a:close/>
                <a:moveTo>
                  <a:pt x="15730" y="9478"/>
                </a:moveTo>
                <a:lnTo>
                  <a:pt x="15947" y="9478"/>
                </a:lnTo>
                <a:lnTo>
                  <a:pt x="15947" y="19103"/>
                </a:lnTo>
                <a:lnTo>
                  <a:pt x="15730" y="19103"/>
                </a:lnTo>
                <a:lnTo>
                  <a:pt x="15730" y="9478"/>
                </a:lnTo>
                <a:close/>
                <a:moveTo>
                  <a:pt x="20712" y="9478"/>
                </a:moveTo>
                <a:lnTo>
                  <a:pt x="20928" y="9478"/>
                </a:lnTo>
                <a:lnTo>
                  <a:pt x="20928" y="19103"/>
                </a:lnTo>
                <a:lnTo>
                  <a:pt x="20712" y="19103"/>
                </a:lnTo>
                <a:lnTo>
                  <a:pt x="20712" y="9478"/>
                </a:lnTo>
                <a:close/>
                <a:moveTo>
                  <a:pt x="3168" y="12395"/>
                </a:moveTo>
                <a:lnTo>
                  <a:pt x="3384" y="12395"/>
                </a:lnTo>
                <a:lnTo>
                  <a:pt x="3384" y="19103"/>
                </a:lnTo>
                <a:lnTo>
                  <a:pt x="3168" y="19103"/>
                </a:lnTo>
                <a:lnTo>
                  <a:pt x="3168" y="12395"/>
                </a:lnTo>
                <a:close/>
                <a:moveTo>
                  <a:pt x="8203" y="12395"/>
                </a:moveTo>
                <a:lnTo>
                  <a:pt x="8420" y="12395"/>
                </a:lnTo>
                <a:lnTo>
                  <a:pt x="8420" y="19103"/>
                </a:lnTo>
                <a:lnTo>
                  <a:pt x="8203" y="19103"/>
                </a:lnTo>
                <a:lnTo>
                  <a:pt x="8203" y="12395"/>
                </a:lnTo>
                <a:close/>
                <a:moveTo>
                  <a:pt x="13185" y="12395"/>
                </a:moveTo>
                <a:lnTo>
                  <a:pt x="13402" y="12395"/>
                </a:lnTo>
                <a:lnTo>
                  <a:pt x="13402" y="19103"/>
                </a:lnTo>
                <a:lnTo>
                  <a:pt x="13185" y="19103"/>
                </a:lnTo>
                <a:lnTo>
                  <a:pt x="13185" y="12395"/>
                </a:lnTo>
                <a:close/>
                <a:moveTo>
                  <a:pt x="18221" y="12395"/>
                </a:moveTo>
                <a:lnTo>
                  <a:pt x="18437" y="12395"/>
                </a:lnTo>
                <a:lnTo>
                  <a:pt x="18437" y="19103"/>
                </a:lnTo>
                <a:lnTo>
                  <a:pt x="18221" y="19103"/>
                </a:lnTo>
                <a:lnTo>
                  <a:pt x="18221" y="12395"/>
                </a:lnTo>
                <a:close/>
                <a:moveTo>
                  <a:pt x="1272" y="15020"/>
                </a:moveTo>
                <a:lnTo>
                  <a:pt x="1489" y="15020"/>
                </a:lnTo>
                <a:lnTo>
                  <a:pt x="1489" y="19103"/>
                </a:lnTo>
                <a:lnTo>
                  <a:pt x="1272" y="19103"/>
                </a:lnTo>
                <a:lnTo>
                  <a:pt x="1272" y="15020"/>
                </a:lnTo>
                <a:close/>
                <a:moveTo>
                  <a:pt x="1922" y="15020"/>
                </a:moveTo>
                <a:lnTo>
                  <a:pt x="2139" y="15020"/>
                </a:lnTo>
                <a:lnTo>
                  <a:pt x="2139" y="19103"/>
                </a:lnTo>
                <a:lnTo>
                  <a:pt x="1922" y="19103"/>
                </a:lnTo>
                <a:lnTo>
                  <a:pt x="1922" y="15020"/>
                </a:lnTo>
                <a:close/>
                <a:moveTo>
                  <a:pt x="2518" y="15020"/>
                </a:moveTo>
                <a:lnTo>
                  <a:pt x="2734" y="15020"/>
                </a:lnTo>
                <a:lnTo>
                  <a:pt x="2734" y="19103"/>
                </a:lnTo>
                <a:lnTo>
                  <a:pt x="2518" y="19103"/>
                </a:lnTo>
                <a:lnTo>
                  <a:pt x="2518" y="15020"/>
                </a:lnTo>
                <a:close/>
                <a:moveTo>
                  <a:pt x="3817" y="15020"/>
                </a:moveTo>
                <a:lnTo>
                  <a:pt x="4034" y="15020"/>
                </a:lnTo>
                <a:lnTo>
                  <a:pt x="4034" y="19103"/>
                </a:lnTo>
                <a:lnTo>
                  <a:pt x="3817" y="19103"/>
                </a:lnTo>
                <a:lnTo>
                  <a:pt x="3817" y="15020"/>
                </a:lnTo>
                <a:close/>
                <a:moveTo>
                  <a:pt x="4413" y="15020"/>
                </a:moveTo>
                <a:lnTo>
                  <a:pt x="4630" y="15020"/>
                </a:lnTo>
                <a:lnTo>
                  <a:pt x="4630" y="19103"/>
                </a:lnTo>
                <a:lnTo>
                  <a:pt x="4413" y="19103"/>
                </a:lnTo>
                <a:lnTo>
                  <a:pt x="4413" y="15020"/>
                </a:lnTo>
                <a:close/>
                <a:moveTo>
                  <a:pt x="5063" y="15020"/>
                </a:moveTo>
                <a:lnTo>
                  <a:pt x="5279" y="15020"/>
                </a:lnTo>
                <a:lnTo>
                  <a:pt x="5279" y="19103"/>
                </a:lnTo>
                <a:lnTo>
                  <a:pt x="5063" y="19103"/>
                </a:lnTo>
                <a:lnTo>
                  <a:pt x="5063" y="15020"/>
                </a:lnTo>
                <a:close/>
                <a:moveTo>
                  <a:pt x="6308" y="15020"/>
                </a:moveTo>
                <a:lnTo>
                  <a:pt x="6525" y="15020"/>
                </a:lnTo>
                <a:lnTo>
                  <a:pt x="6525" y="19103"/>
                </a:lnTo>
                <a:lnTo>
                  <a:pt x="6308" y="19103"/>
                </a:lnTo>
                <a:lnTo>
                  <a:pt x="6308" y="15020"/>
                </a:lnTo>
                <a:close/>
                <a:moveTo>
                  <a:pt x="6904" y="15020"/>
                </a:moveTo>
                <a:lnTo>
                  <a:pt x="7120" y="15020"/>
                </a:lnTo>
                <a:lnTo>
                  <a:pt x="7120" y="19103"/>
                </a:lnTo>
                <a:lnTo>
                  <a:pt x="6904" y="19103"/>
                </a:lnTo>
                <a:lnTo>
                  <a:pt x="6904" y="15020"/>
                </a:lnTo>
                <a:close/>
                <a:moveTo>
                  <a:pt x="7554" y="15020"/>
                </a:moveTo>
                <a:lnTo>
                  <a:pt x="7770" y="15020"/>
                </a:lnTo>
                <a:lnTo>
                  <a:pt x="7770" y="19103"/>
                </a:lnTo>
                <a:lnTo>
                  <a:pt x="7554" y="19103"/>
                </a:lnTo>
                <a:lnTo>
                  <a:pt x="7554" y="15020"/>
                </a:lnTo>
                <a:close/>
                <a:moveTo>
                  <a:pt x="8799" y="15020"/>
                </a:moveTo>
                <a:lnTo>
                  <a:pt x="9016" y="15020"/>
                </a:lnTo>
                <a:lnTo>
                  <a:pt x="9016" y="19103"/>
                </a:lnTo>
                <a:lnTo>
                  <a:pt x="8799" y="19103"/>
                </a:lnTo>
                <a:lnTo>
                  <a:pt x="8799" y="15020"/>
                </a:lnTo>
                <a:close/>
                <a:moveTo>
                  <a:pt x="9449" y="15020"/>
                </a:moveTo>
                <a:lnTo>
                  <a:pt x="9665" y="15020"/>
                </a:lnTo>
                <a:lnTo>
                  <a:pt x="9665" y="19103"/>
                </a:lnTo>
                <a:lnTo>
                  <a:pt x="9449" y="19103"/>
                </a:lnTo>
                <a:lnTo>
                  <a:pt x="9449" y="15020"/>
                </a:lnTo>
                <a:close/>
                <a:moveTo>
                  <a:pt x="10044" y="15020"/>
                </a:moveTo>
                <a:lnTo>
                  <a:pt x="10261" y="15020"/>
                </a:lnTo>
                <a:lnTo>
                  <a:pt x="10261" y="19103"/>
                </a:lnTo>
                <a:lnTo>
                  <a:pt x="10044" y="19103"/>
                </a:lnTo>
                <a:lnTo>
                  <a:pt x="10044" y="15020"/>
                </a:lnTo>
                <a:close/>
                <a:moveTo>
                  <a:pt x="11344" y="15020"/>
                </a:moveTo>
                <a:lnTo>
                  <a:pt x="11506" y="15020"/>
                </a:lnTo>
                <a:lnTo>
                  <a:pt x="11506" y="19103"/>
                </a:lnTo>
                <a:lnTo>
                  <a:pt x="11344" y="19103"/>
                </a:lnTo>
                <a:lnTo>
                  <a:pt x="11344" y="15020"/>
                </a:lnTo>
                <a:close/>
                <a:moveTo>
                  <a:pt x="11940" y="15020"/>
                </a:moveTo>
                <a:lnTo>
                  <a:pt x="12156" y="15020"/>
                </a:lnTo>
                <a:lnTo>
                  <a:pt x="12156" y="19103"/>
                </a:lnTo>
                <a:lnTo>
                  <a:pt x="11940" y="19103"/>
                </a:lnTo>
                <a:lnTo>
                  <a:pt x="11940" y="15020"/>
                </a:lnTo>
                <a:close/>
                <a:moveTo>
                  <a:pt x="12589" y="15020"/>
                </a:moveTo>
                <a:lnTo>
                  <a:pt x="12806" y="15020"/>
                </a:lnTo>
                <a:lnTo>
                  <a:pt x="12806" y="19103"/>
                </a:lnTo>
                <a:lnTo>
                  <a:pt x="12589" y="19103"/>
                </a:lnTo>
                <a:lnTo>
                  <a:pt x="12589" y="15020"/>
                </a:lnTo>
                <a:close/>
                <a:moveTo>
                  <a:pt x="13835" y="15020"/>
                </a:moveTo>
                <a:lnTo>
                  <a:pt x="14051" y="15020"/>
                </a:lnTo>
                <a:lnTo>
                  <a:pt x="14051" y="19103"/>
                </a:lnTo>
                <a:lnTo>
                  <a:pt x="13835" y="19103"/>
                </a:lnTo>
                <a:lnTo>
                  <a:pt x="13835" y="15020"/>
                </a:lnTo>
                <a:close/>
                <a:moveTo>
                  <a:pt x="14430" y="15020"/>
                </a:moveTo>
                <a:lnTo>
                  <a:pt x="14647" y="15020"/>
                </a:lnTo>
                <a:lnTo>
                  <a:pt x="14647" y="19103"/>
                </a:lnTo>
                <a:lnTo>
                  <a:pt x="14430" y="19103"/>
                </a:lnTo>
                <a:lnTo>
                  <a:pt x="14430" y="15020"/>
                </a:lnTo>
                <a:close/>
                <a:moveTo>
                  <a:pt x="15080" y="15020"/>
                </a:moveTo>
                <a:lnTo>
                  <a:pt x="15297" y="15020"/>
                </a:lnTo>
                <a:lnTo>
                  <a:pt x="15297" y="19103"/>
                </a:lnTo>
                <a:lnTo>
                  <a:pt x="15080" y="19103"/>
                </a:lnTo>
                <a:lnTo>
                  <a:pt x="15080" y="15020"/>
                </a:lnTo>
                <a:close/>
                <a:moveTo>
                  <a:pt x="16326" y="15020"/>
                </a:moveTo>
                <a:lnTo>
                  <a:pt x="16542" y="15020"/>
                </a:lnTo>
                <a:lnTo>
                  <a:pt x="16542" y="19103"/>
                </a:lnTo>
                <a:lnTo>
                  <a:pt x="16326" y="19103"/>
                </a:lnTo>
                <a:lnTo>
                  <a:pt x="16326" y="15020"/>
                </a:lnTo>
                <a:close/>
                <a:moveTo>
                  <a:pt x="16975" y="15020"/>
                </a:moveTo>
                <a:lnTo>
                  <a:pt x="17192" y="15020"/>
                </a:lnTo>
                <a:lnTo>
                  <a:pt x="17192" y="19103"/>
                </a:lnTo>
                <a:lnTo>
                  <a:pt x="16975" y="19103"/>
                </a:lnTo>
                <a:lnTo>
                  <a:pt x="16975" y="15020"/>
                </a:lnTo>
                <a:close/>
                <a:moveTo>
                  <a:pt x="17571" y="15020"/>
                </a:moveTo>
                <a:lnTo>
                  <a:pt x="17788" y="15020"/>
                </a:lnTo>
                <a:lnTo>
                  <a:pt x="17788" y="19103"/>
                </a:lnTo>
                <a:lnTo>
                  <a:pt x="17571" y="19103"/>
                </a:lnTo>
                <a:lnTo>
                  <a:pt x="17571" y="15020"/>
                </a:lnTo>
                <a:close/>
                <a:moveTo>
                  <a:pt x="18816" y="15020"/>
                </a:moveTo>
                <a:lnTo>
                  <a:pt x="19033" y="15020"/>
                </a:lnTo>
                <a:lnTo>
                  <a:pt x="19033" y="19103"/>
                </a:lnTo>
                <a:lnTo>
                  <a:pt x="18816" y="19103"/>
                </a:lnTo>
                <a:lnTo>
                  <a:pt x="18816" y="15020"/>
                </a:lnTo>
                <a:close/>
                <a:moveTo>
                  <a:pt x="19466" y="15020"/>
                </a:moveTo>
                <a:lnTo>
                  <a:pt x="19683" y="15020"/>
                </a:lnTo>
                <a:lnTo>
                  <a:pt x="19683" y="19103"/>
                </a:lnTo>
                <a:lnTo>
                  <a:pt x="19466" y="19103"/>
                </a:lnTo>
                <a:lnTo>
                  <a:pt x="19466" y="15020"/>
                </a:lnTo>
                <a:close/>
                <a:moveTo>
                  <a:pt x="20116" y="15020"/>
                </a:moveTo>
                <a:lnTo>
                  <a:pt x="20333" y="15020"/>
                </a:lnTo>
                <a:lnTo>
                  <a:pt x="20333" y="19103"/>
                </a:lnTo>
                <a:lnTo>
                  <a:pt x="20116" y="19103"/>
                </a:lnTo>
                <a:lnTo>
                  <a:pt x="20116" y="150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44" name="Google Shape;244;p11"/>
          <p:cNvGrpSpPr/>
          <p:nvPr/>
        </p:nvGrpSpPr>
        <p:grpSpPr>
          <a:xfrm>
            <a:off x="7896119" y="6644890"/>
            <a:ext cx="3851138" cy="1377766"/>
            <a:chOff x="-1" y="-1"/>
            <a:chExt cx="3851136" cy="1377765"/>
          </a:xfrm>
        </p:grpSpPr>
        <p:sp>
          <p:nvSpPr>
            <p:cNvPr id="245" name="Google Shape;245;p11"/>
            <p:cNvSpPr/>
            <p:nvPr/>
          </p:nvSpPr>
          <p:spPr>
            <a:xfrm>
              <a:off x="53881" y="53881"/>
              <a:ext cx="3743373" cy="12700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Manzana</a:t>
              </a:r>
              <a:endParaRPr/>
            </a:p>
          </p:txBody>
        </p:sp>
        <p:pic>
          <p:nvPicPr>
            <p:cNvPr descr="Manzana" id="246" name="Google Shape;246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" y="-1"/>
              <a:ext cx="3851136" cy="13777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7" name="Google Shape;247;p11"/>
          <p:cNvGrpSpPr/>
          <p:nvPr/>
        </p:nvGrpSpPr>
        <p:grpSpPr>
          <a:xfrm>
            <a:off x="563928" y="7911552"/>
            <a:ext cx="3851138" cy="1377766"/>
            <a:chOff x="-1" y="-1"/>
            <a:chExt cx="3851136" cy="1377765"/>
          </a:xfrm>
        </p:grpSpPr>
        <p:sp>
          <p:nvSpPr>
            <p:cNvPr id="248" name="Google Shape;248;p11"/>
            <p:cNvSpPr/>
            <p:nvPr/>
          </p:nvSpPr>
          <p:spPr>
            <a:xfrm>
              <a:off x="53881" y="53881"/>
              <a:ext cx="3743373" cy="12700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color</a:t>
              </a:r>
              <a:endParaRPr/>
            </a:p>
          </p:txBody>
        </p:sp>
        <p:pic>
          <p:nvPicPr>
            <p:cNvPr descr="color" id="249" name="Google Shape;249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" y="-1"/>
              <a:ext cx="3851136" cy="13777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0" name="Google Shape;250;p11"/>
          <p:cNvGrpSpPr/>
          <p:nvPr/>
        </p:nvGrpSpPr>
        <p:grpSpPr>
          <a:xfrm>
            <a:off x="7896119" y="7911552"/>
            <a:ext cx="3851138" cy="1377766"/>
            <a:chOff x="-1" y="-1"/>
            <a:chExt cx="3851136" cy="1377765"/>
          </a:xfrm>
        </p:grpSpPr>
        <p:sp>
          <p:nvSpPr>
            <p:cNvPr id="251" name="Google Shape;251;p11"/>
            <p:cNvSpPr/>
            <p:nvPr/>
          </p:nvSpPr>
          <p:spPr>
            <a:xfrm>
              <a:off x="53881" y="53881"/>
              <a:ext cx="3743373" cy="12700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descr="Rectángulo" id="252" name="Google Shape;252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" y="-1"/>
              <a:ext cx="3851136" cy="137776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2"/>
          <p:cNvSpPr txBox="1"/>
          <p:nvPr>
            <p:ph idx="4294967295" type="subTitle"/>
          </p:nvPr>
        </p:nvSpPr>
        <p:spPr>
          <a:xfrm>
            <a:off x="-2742904" y="1201040"/>
            <a:ext cx="10464801" cy="11303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b="0" i="0" lang="en-US" sz="3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Contexto A</a:t>
            </a:r>
            <a:endParaRPr/>
          </a:p>
        </p:txBody>
      </p:sp>
      <p:sp>
        <p:nvSpPr>
          <p:cNvPr id="258" name="Google Shape;258;p12"/>
          <p:cNvSpPr txBox="1"/>
          <p:nvPr/>
        </p:nvSpPr>
        <p:spPr>
          <a:xfrm>
            <a:off x="-2742904" y="2293240"/>
            <a:ext cx="10464801" cy="11303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2"/>
              <a:buFont typeface="Helvetica Neue"/>
              <a:buNone/>
            </a:pPr>
            <a:r>
              <a:rPr b="0" i="0" lang="en-US" sz="1702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Necesitamos contar la cantidad de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2"/>
              <a:buFont typeface="Helvetica Neue"/>
              <a:buNone/>
            </a:pPr>
            <a:r>
              <a:rPr b="0" i="0" lang="en-US" sz="1702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manzanas que tenemos de cada color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2"/>
              <a:buFont typeface="Helvetica Neue"/>
              <a:buNone/>
            </a:pPr>
            <a:r>
              <a:t/>
            </a:r>
            <a:endParaRPr b="0" i="0" sz="1702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9" name="Google Shape;259;p12"/>
          <p:cNvSpPr txBox="1"/>
          <p:nvPr/>
        </p:nvSpPr>
        <p:spPr>
          <a:xfrm>
            <a:off x="7370389" y="2305940"/>
            <a:ext cx="5240167" cy="11303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6"/>
              <a:buFont typeface="Helvetica Neue"/>
              <a:buNone/>
            </a:pPr>
            <a:r>
              <a:rPr b="0" i="0" lang="en-US" sz="1776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Necesitamos seleccionar manzanas para exportar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6"/>
              <a:buFont typeface="Helvetica Neue"/>
              <a:buNone/>
            </a:pPr>
            <a:r>
              <a:rPr b="0" i="0" lang="en-US" sz="1776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pudiendo ser solo aquellas cuyo peso unitario sea de 150g y 7 cm de alto</a:t>
            </a:r>
            <a:endParaRPr/>
          </a:p>
        </p:txBody>
      </p:sp>
      <p:sp>
        <p:nvSpPr>
          <p:cNvPr id="260" name="Google Shape;260;p12"/>
          <p:cNvSpPr txBox="1"/>
          <p:nvPr/>
        </p:nvSpPr>
        <p:spPr>
          <a:xfrm>
            <a:off x="4589287" y="1201040"/>
            <a:ext cx="10464801" cy="11303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b="0" i="0" lang="en-US" sz="3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Contexto B</a:t>
            </a:r>
            <a:endParaRPr/>
          </a:p>
        </p:txBody>
      </p:sp>
      <p:sp>
        <p:nvSpPr>
          <p:cNvPr id="261" name="Google Shape;261;p12"/>
          <p:cNvSpPr/>
          <p:nvPr/>
        </p:nvSpPr>
        <p:spPr>
          <a:xfrm>
            <a:off x="1240182" y="3507511"/>
            <a:ext cx="993304" cy="1130301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2538945" y="3507511"/>
            <a:ext cx="993304" cy="1130301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rgbClr val="EB220C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7156715" y="4132592"/>
            <a:ext cx="577653" cy="657324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rgbClr val="EB220C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10807688" y="3839446"/>
            <a:ext cx="1270934" cy="1446222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rgbClr val="EB220C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65" name="Google Shape;265;p12"/>
          <p:cNvGrpSpPr/>
          <p:nvPr/>
        </p:nvGrpSpPr>
        <p:grpSpPr>
          <a:xfrm>
            <a:off x="563928" y="6644890"/>
            <a:ext cx="3851138" cy="1377766"/>
            <a:chOff x="-1" y="-1"/>
            <a:chExt cx="3851136" cy="1377765"/>
          </a:xfrm>
        </p:grpSpPr>
        <p:sp>
          <p:nvSpPr>
            <p:cNvPr id="266" name="Google Shape;266;p12"/>
            <p:cNvSpPr/>
            <p:nvPr/>
          </p:nvSpPr>
          <p:spPr>
            <a:xfrm>
              <a:off x="53881" y="53881"/>
              <a:ext cx="3743373" cy="12700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Manzana</a:t>
              </a:r>
              <a:endParaRPr/>
            </a:p>
          </p:txBody>
        </p:sp>
        <p:pic>
          <p:nvPicPr>
            <p:cNvPr descr="Manzana" id="267" name="Google Shape;267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" y="-1"/>
              <a:ext cx="3851136" cy="137776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8" name="Google Shape;268;p12"/>
          <p:cNvSpPr/>
          <p:nvPr/>
        </p:nvSpPr>
        <p:spPr>
          <a:xfrm>
            <a:off x="430127" y="4849130"/>
            <a:ext cx="993304" cy="1130301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1741553" y="4849130"/>
            <a:ext cx="993304" cy="1130301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rgbClr val="EB220C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3165314" y="4849130"/>
            <a:ext cx="993304" cy="1130301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7103476" y="3589357"/>
            <a:ext cx="2227042" cy="1946400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cubicBezTo>
                  <a:pt x="10226" y="0"/>
                  <a:pt x="9760" y="531"/>
                  <a:pt x="9761" y="1187"/>
                </a:cubicBezTo>
                <a:cubicBezTo>
                  <a:pt x="9761" y="1611"/>
                  <a:pt x="9955" y="1983"/>
                  <a:pt x="10247" y="2193"/>
                </a:cubicBezTo>
                <a:lnTo>
                  <a:pt x="10247" y="2956"/>
                </a:lnTo>
                <a:cubicBezTo>
                  <a:pt x="9939" y="3110"/>
                  <a:pt x="9689" y="3387"/>
                  <a:pt x="9546" y="3734"/>
                </a:cubicBezTo>
                <a:lnTo>
                  <a:pt x="2528" y="3734"/>
                </a:lnTo>
                <a:lnTo>
                  <a:pt x="2528" y="4844"/>
                </a:lnTo>
                <a:lnTo>
                  <a:pt x="3409" y="4844"/>
                </a:lnTo>
                <a:lnTo>
                  <a:pt x="845" y="13979"/>
                </a:lnTo>
                <a:lnTo>
                  <a:pt x="0" y="13979"/>
                </a:lnTo>
                <a:cubicBezTo>
                  <a:pt x="713" y="15444"/>
                  <a:pt x="2079" y="16435"/>
                  <a:pt x="3648" y="16435"/>
                </a:cubicBezTo>
                <a:cubicBezTo>
                  <a:pt x="5218" y="16435"/>
                  <a:pt x="6585" y="15444"/>
                  <a:pt x="7298" y="13979"/>
                </a:cubicBezTo>
                <a:lnTo>
                  <a:pt x="6453" y="13979"/>
                </a:lnTo>
                <a:lnTo>
                  <a:pt x="3888" y="4844"/>
                </a:lnTo>
                <a:lnTo>
                  <a:pt x="9469" y="4844"/>
                </a:lnTo>
                <a:cubicBezTo>
                  <a:pt x="9583" y="5301"/>
                  <a:pt x="9872" y="5673"/>
                  <a:pt x="10247" y="5860"/>
                </a:cubicBezTo>
                <a:lnTo>
                  <a:pt x="10247" y="10137"/>
                </a:lnTo>
                <a:lnTo>
                  <a:pt x="9447" y="13379"/>
                </a:lnTo>
                <a:lnTo>
                  <a:pt x="9447" y="19963"/>
                </a:lnTo>
                <a:lnTo>
                  <a:pt x="6460" y="19963"/>
                </a:lnTo>
                <a:cubicBezTo>
                  <a:pt x="6276" y="19963"/>
                  <a:pt x="6111" y="20093"/>
                  <a:pt x="6046" y="20289"/>
                </a:cubicBezTo>
                <a:lnTo>
                  <a:pt x="5613" y="21600"/>
                </a:lnTo>
                <a:lnTo>
                  <a:pt x="15987" y="21600"/>
                </a:lnTo>
                <a:lnTo>
                  <a:pt x="15552" y="20289"/>
                </a:lnTo>
                <a:cubicBezTo>
                  <a:pt x="15487" y="20093"/>
                  <a:pt x="15322" y="19963"/>
                  <a:pt x="15139" y="19963"/>
                </a:cubicBezTo>
                <a:lnTo>
                  <a:pt x="12153" y="19963"/>
                </a:lnTo>
                <a:lnTo>
                  <a:pt x="12153" y="13379"/>
                </a:lnTo>
                <a:lnTo>
                  <a:pt x="11353" y="10139"/>
                </a:lnTo>
                <a:lnTo>
                  <a:pt x="11353" y="5860"/>
                </a:lnTo>
                <a:cubicBezTo>
                  <a:pt x="11728" y="5673"/>
                  <a:pt x="12016" y="5302"/>
                  <a:pt x="12130" y="4846"/>
                </a:cubicBezTo>
                <a:lnTo>
                  <a:pt x="17710" y="4846"/>
                </a:lnTo>
                <a:lnTo>
                  <a:pt x="15147" y="13979"/>
                </a:lnTo>
                <a:lnTo>
                  <a:pt x="14302" y="13979"/>
                </a:lnTo>
                <a:cubicBezTo>
                  <a:pt x="15015" y="15444"/>
                  <a:pt x="16380" y="16435"/>
                  <a:pt x="17950" y="16435"/>
                </a:cubicBezTo>
                <a:cubicBezTo>
                  <a:pt x="19519" y="16435"/>
                  <a:pt x="20887" y="15444"/>
                  <a:pt x="21600" y="13979"/>
                </a:cubicBezTo>
                <a:lnTo>
                  <a:pt x="20753" y="13979"/>
                </a:lnTo>
                <a:lnTo>
                  <a:pt x="18190" y="4844"/>
                </a:lnTo>
                <a:lnTo>
                  <a:pt x="19072" y="4844"/>
                </a:lnTo>
                <a:lnTo>
                  <a:pt x="19072" y="3734"/>
                </a:lnTo>
                <a:lnTo>
                  <a:pt x="12052" y="3734"/>
                </a:lnTo>
                <a:cubicBezTo>
                  <a:pt x="11909" y="3388"/>
                  <a:pt x="11661" y="3110"/>
                  <a:pt x="11353" y="2956"/>
                </a:cubicBezTo>
                <a:lnTo>
                  <a:pt x="11353" y="2193"/>
                </a:lnTo>
                <a:cubicBezTo>
                  <a:pt x="11645" y="1983"/>
                  <a:pt x="11838" y="1611"/>
                  <a:pt x="11838" y="1187"/>
                </a:cubicBezTo>
                <a:cubicBezTo>
                  <a:pt x="11838" y="531"/>
                  <a:pt x="11374" y="0"/>
                  <a:pt x="10800" y="0"/>
                </a:cubicBezTo>
                <a:close/>
                <a:moveTo>
                  <a:pt x="3486" y="5791"/>
                </a:moveTo>
                <a:lnTo>
                  <a:pt x="3486" y="13979"/>
                </a:lnTo>
                <a:lnTo>
                  <a:pt x="1188" y="13979"/>
                </a:lnTo>
                <a:lnTo>
                  <a:pt x="3486" y="5791"/>
                </a:lnTo>
                <a:close/>
                <a:moveTo>
                  <a:pt x="3812" y="5791"/>
                </a:moveTo>
                <a:lnTo>
                  <a:pt x="6110" y="13979"/>
                </a:lnTo>
                <a:lnTo>
                  <a:pt x="3812" y="13979"/>
                </a:lnTo>
                <a:lnTo>
                  <a:pt x="3812" y="5791"/>
                </a:lnTo>
                <a:close/>
                <a:moveTo>
                  <a:pt x="17788" y="5791"/>
                </a:moveTo>
                <a:lnTo>
                  <a:pt x="17788" y="13979"/>
                </a:lnTo>
                <a:lnTo>
                  <a:pt x="15490" y="13979"/>
                </a:lnTo>
                <a:lnTo>
                  <a:pt x="17788" y="5791"/>
                </a:lnTo>
                <a:close/>
                <a:moveTo>
                  <a:pt x="18114" y="5791"/>
                </a:moveTo>
                <a:lnTo>
                  <a:pt x="20412" y="13979"/>
                </a:lnTo>
                <a:lnTo>
                  <a:pt x="18114" y="13979"/>
                </a:lnTo>
                <a:lnTo>
                  <a:pt x="18114" y="5791"/>
                </a:lnTo>
                <a:close/>
              </a:path>
            </a:pathLst>
          </a:custGeom>
          <a:solidFill>
            <a:srgbClr val="004C7F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2" name="Google Shape;272;p12"/>
          <p:cNvSpPr/>
          <p:nvPr/>
        </p:nvSpPr>
        <p:spPr>
          <a:xfrm rot="-5400000">
            <a:off x="9615358" y="4487427"/>
            <a:ext cx="1602972" cy="297615"/>
          </a:xfrm>
          <a:custGeom>
            <a:rect b="b" l="l" r="r" t="t"/>
            <a:pathLst>
              <a:path extrusionOk="0" h="21600" w="21600">
                <a:moveTo>
                  <a:pt x="437" y="0"/>
                </a:moveTo>
                <a:cubicBezTo>
                  <a:pt x="196" y="0"/>
                  <a:pt x="0" y="1044"/>
                  <a:pt x="0" y="2342"/>
                </a:cubicBezTo>
                <a:lnTo>
                  <a:pt x="0" y="19258"/>
                </a:lnTo>
                <a:cubicBezTo>
                  <a:pt x="0" y="20556"/>
                  <a:pt x="196" y="21600"/>
                  <a:pt x="437" y="21600"/>
                </a:cubicBezTo>
                <a:lnTo>
                  <a:pt x="21163" y="21600"/>
                </a:lnTo>
                <a:cubicBezTo>
                  <a:pt x="21404" y="21600"/>
                  <a:pt x="21600" y="20556"/>
                  <a:pt x="21600" y="19258"/>
                </a:cubicBezTo>
                <a:lnTo>
                  <a:pt x="21600" y="2342"/>
                </a:lnTo>
                <a:cubicBezTo>
                  <a:pt x="21600" y="1044"/>
                  <a:pt x="21404" y="0"/>
                  <a:pt x="21163" y="0"/>
                </a:cubicBezTo>
                <a:lnTo>
                  <a:pt x="437" y="0"/>
                </a:lnTo>
                <a:close/>
                <a:moveTo>
                  <a:pt x="19439" y="7273"/>
                </a:moveTo>
                <a:cubicBezTo>
                  <a:pt x="19672" y="7273"/>
                  <a:pt x="19860" y="8287"/>
                  <a:pt x="19860" y="9542"/>
                </a:cubicBezTo>
                <a:cubicBezTo>
                  <a:pt x="19860" y="10798"/>
                  <a:pt x="19672" y="11821"/>
                  <a:pt x="19439" y="11821"/>
                </a:cubicBezTo>
                <a:cubicBezTo>
                  <a:pt x="19206" y="11821"/>
                  <a:pt x="19018" y="10797"/>
                  <a:pt x="19018" y="9542"/>
                </a:cubicBezTo>
                <a:cubicBezTo>
                  <a:pt x="19018" y="8287"/>
                  <a:pt x="19206" y="7273"/>
                  <a:pt x="19439" y="7273"/>
                </a:cubicBezTo>
                <a:close/>
                <a:moveTo>
                  <a:pt x="677" y="9478"/>
                </a:moveTo>
                <a:lnTo>
                  <a:pt x="893" y="9478"/>
                </a:lnTo>
                <a:lnTo>
                  <a:pt x="893" y="19103"/>
                </a:lnTo>
                <a:lnTo>
                  <a:pt x="677" y="19103"/>
                </a:lnTo>
                <a:lnTo>
                  <a:pt x="677" y="9478"/>
                </a:lnTo>
                <a:close/>
                <a:moveTo>
                  <a:pt x="5658" y="9478"/>
                </a:moveTo>
                <a:lnTo>
                  <a:pt x="5875" y="9478"/>
                </a:lnTo>
                <a:lnTo>
                  <a:pt x="5875" y="19103"/>
                </a:lnTo>
                <a:lnTo>
                  <a:pt x="5658" y="19103"/>
                </a:lnTo>
                <a:lnTo>
                  <a:pt x="5658" y="9478"/>
                </a:lnTo>
                <a:close/>
                <a:moveTo>
                  <a:pt x="10694" y="9478"/>
                </a:moveTo>
                <a:lnTo>
                  <a:pt x="10911" y="9478"/>
                </a:lnTo>
                <a:lnTo>
                  <a:pt x="10911" y="19103"/>
                </a:lnTo>
                <a:lnTo>
                  <a:pt x="10694" y="19103"/>
                </a:lnTo>
                <a:lnTo>
                  <a:pt x="10694" y="9478"/>
                </a:lnTo>
                <a:close/>
                <a:moveTo>
                  <a:pt x="15730" y="9478"/>
                </a:moveTo>
                <a:lnTo>
                  <a:pt x="15947" y="9478"/>
                </a:lnTo>
                <a:lnTo>
                  <a:pt x="15947" y="19103"/>
                </a:lnTo>
                <a:lnTo>
                  <a:pt x="15730" y="19103"/>
                </a:lnTo>
                <a:lnTo>
                  <a:pt x="15730" y="9478"/>
                </a:lnTo>
                <a:close/>
                <a:moveTo>
                  <a:pt x="20712" y="9478"/>
                </a:moveTo>
                <a:lnTo>
                  <a:pt x="20928" y="9478"/>
                </a:lnTo>
                <a:lnTo>
                  <a:pt x="20928" y="19103"/>
                </a:lnTo>
                <a:lnTo>
                  <a:pt x="20712" y="19103"/>
                </a:lnTo>
                <a:lnTo>
                  <a:pt x="20712" y="9478"/>
                </a:lnTo>
                <a:close/>
                <a:moveTo>
                  <a:pt x="3168" y="12395"/>
                </a:moveTo>
                <a:lnTo>
                  <a:pt x="3384" y="12395"/>
                </a:lnTo>
                <a:lnTo>
                  <a:pt x="3384" y="19103"/>
                </a:lnTo>
                <a:lnTo>
                  <a:pt x="3168" y="19103"/>
                </a:lnTo>
                <a:lnTo>
                  <a:pt x="3168" y="12395"/>
                </a:lnTo>
                <a:close/>
                <a:moveTo>
                  <a:pt x="8203" y="12395"/>
                </a:moveTo>
                <a:lnTo>
                  <a:pt x="8420" y="12395"/>
                </a:lnTo>
                <a:lnTo>
                  <a:pt x="8420" y="19103"/>
                </a:lnTo>
                <a:lnTo>
                  <a:pt x="8203" y="19103"/>
                </a:lnTo>
                <a:lnTo>
                  <a:pt x="8203" y="12395"/>
                </a:lnTo>
                <a:close/>
                <a:moveTo>
                  <a:pt x="13185" y="12395"/>
                </a:moveTo>
                <a:lnTo>
                  <a:pt x="13402" y="12395"/>
                </a:lnTo>
                <a:lnTo>
                  <a:pt x="13402" y="19103"/>
                </a:lnTo>
                <a:lnTo>
                  <a:pt x="13185" y="19103"/>
                </a:lnTo>
                <a:lnTo>
                  <a:pt x="13185" y="12395"/>
                </a:lnTo>
                <a:close/>
                <a:moveTo>
                  <a:pt x="18221" y="12395"/>
                </a:moveTo>
                <a:lnTo>
                  <a:pt x="18437" y="12395"/>
                </a:lnTo>
                <a:lnTo>
                  <a:pt x="18437" y="19103"/>
                </a:lnTo>
                <a:lnTo>
                  <a:pt x="18221" y="19103"/>
                </a:lnTo>
                <a:lnTo>
                  <a:pt x="18221" y="12395"/>
                </a:lnTo>
                <a:close/>
                <a:moveTo>
                  <a:pt x="1272" y="15020"/>
                </a:moveTo>
                <a:lnTo>
                  <a:pt x="1489" y="15020"/>
                </a:lnTo>
                <a:lnTo>
                  <a:pt x="1489" y="19103"/>
                </a:lnTo>
                <a:lnTo>
                  <a:pt x="1272" y="19103"/>
                </a:lnTo>
                <a:lnTo>
                  <a:pt x="1272" y="15020"/>
                </a:lnTo>
                <a:close/>
                <a:moveTo>
                  <a:pt x="1922" y="15020"/>
                </a:moveTo>
                <a:lnTo>
                  <a:pt x="2139" y="15020"/>
                </a:lnTo>
                <a:lnTo>
                  <a:pt x="2139" y="19103"/>
                </a:lnTo>
                <a:lnTo>
                  <a:pt x="1922" y="19103"/>
                </a:lnTo>
                <a:lnTo>
                  <a:pt x="1922" y="15020"/>
                </a:lnTo>
                <a:close/>
                <a:moveTo>
                  <a:pt x="2518" y="15020"/>
                </a:moveTo>
                <a:lnTo>
                  <a:pt x="2734" y="15020"/>
                </a:lnTo>
                <a:lnTo>
                  <a:pt x="2734" y="19103"/>
                </a:lnTo>
                <a:lnTo>
                  <a:pt x="2518" y="19103"/>
                </a:lnTo>
                <a:lnTo>
                  <a:pt x="2518" y="15020"/>
                </a:lnTo>
                <a:close/>
                <a:moveTo>
                  <a:pt x="3817" y="15020"/>
                </a:moveTo>
                <a:lnTo>
                  <a:pt x="4034" y="15020"/>
                </a:lnTo>
                <a:lnTo>
                  <a:pt x="4034" y="19103"/>
                </a:lnTo>
                <a:lnTo>
                  <a:pt x="3817" y="19103"/>
                </a:lnTo>
                <a:lnTo>
                  <a:pt x="3817" y="15020"/>
                </a:lnTo>
                <a:close/>
                <a:moveTo>
                  <a:pt x="4413" y="15020"/>
                </a:moveTo>
                <a:lnTo>
                  <a:pt x="4630" y="15020"/>
                </a:lnTo>
                <a:lnTo>
                  <a:pt x="4630" y="19103"/>
                </a:lnTo>
                <a:lnTo>
                  <a:pt x="4413" y="19103"/>
                </a:lnTo>
                <a:lnTo>
                  <a:pt x="4413" y="15020"/>
                </a:lnTo>
                <a:close/>
                <a:moveTo>
                  <a:pt x="5063" y="15020"/>
                </a:moveTo>
                <a:lnTo>
                  <a:pt x="5279" y="15020"/>
                </a:lnTo>
                <a:lnTo>
                  <a:pt x="5279" y="19103"/>
                </a:lnTo>
                <a:lnTo>
                  <a:pt x="5063" y="19103"/>
                </a:lnTo>
                <a:lnTo>
                  <a:pt x="5063" y="15020"/>
                </a:lnTo>
                <a:close/>
                <a:moveTo>
                  <a:pt x="6308" y="15020"/>
                </a:moveTo>
                <a:lnTo>
                  <a:pt x="6525" y="15020"/>
                </a:lnTo>
                <a:lnTo>
                  <a:pt x="6525" y="19103"/>
                </a:lnTo>
                <a:lnTo>
                  <a:pt x="6308" y="19103"/>
                </a:lnTo>
                <a:lnTo>
                  <a:pt x="6308" y="15020"/>
                </a:lnTo>
                <a:close/>
                <a:moveTo>
                  <a:pt x="6904" y="15020"/>
                </a:moveTo>
                <a:lnTo>
                  <a:pt x="7120" y="15020"/>
                </a:lnTo>
                <a:lnTo>
                  <a:pt x="7120" y="19103"/>
                </a:lnTo>
                <a:lnTo>
                  <a:pt x="6904" y="19103"/>
                </a:lnTo>
                <a:lnTo>
                  <a:pt x="6904" y="15020"/>
                </a:lnTo>
                <a:close/>
                <a:moveTo>
                  <a:pt x="7554" y="15020"/>
                </a:moveTo>
                <a:lnTo>
                  <a:pt x="7770" y="15020"/>
                </a:lnTo>
                <a:lnTo>
                  <a:pt x="7770" y="19103"/>
                </a:lnTo>
                <a:lnTo>
                  <a:pt x="7554" y="19103"/>
                </a:lnTo>
                <a:lnTo>
                  <a:pt x="7554" y="15020"/>
                </a:lnTo>
                <a:close/>
                <a:moveTo>
                  <a:pt x="8799" y="15020"/>
                </a:moveTo>
                <a:lnTo>
                  <a:pt x="9016" y="15020"/>
                </a:lnTo>
                <a:lnTo>
                  <a:pt x="9016" y="19103"/>
                </a:lnTo>
                <a:lnTo>
                  <a:pt x="8799" y="19103"/>
                </a:lnTo>
                <a:lnTo>
                  <a:pt x="8799" y="15020"/>
                </a:lnTo>
                <a:close/>
                <a:moveTo>
                  <a:pt x="9449" y="15020"/>
                </a:moveTo>
                <a:lnTo>
                  <a:pt x="9665" y="15020"/>
                </a:lnTo>
                <a:lnTo>
                  <a:pt x="9665" y="19103"/>
                </a:lnTo>
                <a:lnTo>
                  <a:pt x="9449" y="19103"/>
                </a:lnTo>
                <a:lnTo>
                  <a:pt x="9449" y="15020"/>
                </a:lnTo>
                <a:close/>
                <a:moveTo>
                  <a:pt x="10044" y="15020"/>
                </a:moveTo>
                <a:lnTo>
                  <a:pt x="10261" y="15020"/>
                </a:lnTo>
                <a:lnTo>
                  <a:pt x="10261" y="19103"/>
                </a:lnTo>
                <a:lnTo>
                  <a:pt x="10044" y="19103"/>
                </a:lnTo>
                <a:lnTo>
                  <a:pt x="10044" y="15020"/>
                </a:lnTo>
                <a:close/>
                <a:moveTo>
                  <a:pt x="11344" y="15020"/>
                </a:moveTo>
                <a:lnTo>
                  <a:pt x="11506" y="15020"/>
                </a:lnTo>
                <a:lnTo>
                  <a:pt x="11506" y="19103"/>
                </a:lnTo>
                <a:lnTo>
                  <a:pt x="11344" y="19103"/>
                </a:lnTo>
                <a:lnTo>
                  <a:pt x="11344" y="15020"/>
                </a:lnTo>
                <a:close/>
                <a:moveTo>
                  <a:pt x="11940" y="15020"/>
                </a:moveTo>
                <a:lnTo>
                  <a:pt x="12156" y="15020"/>
                </a:lnTo>
                <a:lnTo>
                  <a:pt x="12156" y="19103"/>
                </a:lnTo>
                <a:lnTo>
                  <a:pt x="11940" y="19103"/>
                </a:lnTo>
                <a:lnTo>
                  <a:pt x="11940" y="15020"/>
                </a:lnTo>
                <a:close/>
                <a:moveTo>
                  <a:pt x="12589" y="15020"/>
                </a:moveTo>
                <a:lnTo>
                  <a:pt x="12806" y="15020"/>
                </a:lnTo>
                <a:lnTo>
                  <a:pt x="12806" y="19103"/>
                </a:lnTo>
                <a:lnTo>
                  <a:pt x="12589" y="19103"/>
                </a:lnTo>
                <a:lnTo>
                  <a:pt x="12589" y="15020"/>
                </a:lnTo>
                <a:close/>
                <a:moveTo>
                  <a:pt x="13835" y="15020"/>
                </a:moveTo>
                <a:lnTo>
                  <a:pt x="14051" y="15020"/>
                </a:lnTo>
                <a:lnTo>
                  <a:pt x="14051" y="19103"/>
                </a:lnTo>
                <a:lnTo>
                  <a:pt x="13835" y="19103"/>
                </a:lnTo>
                <a:lnTo>
                  <a:pt x="13835" y="15020"/>
                </a:lnTo>
                <a:close/>
                <a:moveTo>
                  <a:pt x="14430" y="15020"/>
                </a:moveTo>
                <a:lnTo>
                  <a:pt x="14647" y="15020"/>
                </a:lnTo>
                <a:lnTo>
                  <a:pt x="14647" y="19103"/>
                </a:lnTo>
                <a:lnTo>
                  <a:pt x="14430" y="19103"/>
                </a:lnTo>
                <a:lnTo>
                  <a:pt x="14430" y="15020"/>
                </a:lnTo>
                <a:close/>
                <a:moveTo>
                  <a:pt x="15080" y="15020"/>
                </a:moveTo>
                <a:lnTo>
                  <a:pt x="15297" y="15020"/>
                </a:lnTo>
                <a:lnTo>
                  <a:pt x="15297" y="19103"/>
                </a:lnTo>
                <a:lnTo>
                  <a:pt x="15080" y="19103"/>
                </a:lnTo>
                <a:lnTo>
                  <a:pt x="15080" y="15020"/>
                </a:lnTo>
                <a:close/>
                <a:moveTo>
                  <a:pt x="16326" y="15020"/>
                </a:moveTo>
                <a:lnTo>
                  <a:pt x="16542" y="15020"/>
                </a:lnTo>
                <a:lnTo>
                  <a:pt x="16542" y="19103"/>
                </a:lnTo>
                <a:lnTo>
                  <a:pt x="16326" y="19103"/>
                </a:lnTo>
                <a:lnTo>
                  <a:pt x="16326" y="15020"/>
                </a:lnTo>
                <a:close/>
                <a:moveTo>
                  <a:pt x="16975" y="15020"/>
                </a:moveTo>
                <a:lnTo>
                  <a:pt x="17192" y="15020"/>
                </a:lnTo>
                <a:lnTo>
                  <a:pt x="17192" y="19103"/>
                </a:lnTo>
                <a:lnTo>
                  <a:pt x="16975" y="19103"/>
                </a:lnTo>
                <a:lnTo>
                  <a:pt x="16975" y="15020"/>
                </a:lnTo>
                <a:close/>
                <a:moveTo>
                  <a:pt x="17571" y="15020"/>
                </a:moveTo>
                <a:lnTo>
                  <a:pt x="17788" y="15020"/>
                </a:lnTo>
                <a:lnTo>
                  <a:pt x="17788" y="19103"/>
                </a:lnTo>
                <a:lnTo>
                  <a:pt x="17571" y="19103"/>
                </a:lnTo>
                <a:lnTo>
                  <a:pt x="17571" y="15020"/>
                </a:lnTo>
                <a:close/>
                <a:moveTo>
                  <a:pt x="18816" y="15020"/>
                </a:moveTo>
                <a:lnTo>
                  <a:pt x="19033" y="15020"/>
                </a:lnTo>
                <a:lnTo>
                  <a:pt x="19033" y="19103"/>
                </a:lnTo>
                <a:lnTo>
                  <a:pt x="18816" y="19103"/>
                </a:lnTo>
                <a:lnTo>
                  <a:pt x="18816" y="15020"/>
                </a:lnTo>
                <a:close/>
                <a:moveTo>
                  <a:pt x="19466" y="15020"/>
                </a:moveTo>
                <a:lnTo>
                  <a:pt x="19683" y="15020"/>
                </a:lnTo>
                <a:lnTo>
                  <a:pt x="19683" y="19103"/>
                </a:lnTo>
                <a:lnTo>
                  <a:pt x="19466" y="19103"/>
                </a:lnTo>
                <a:lnTo>
                  <a:pt x="19466" y="15020"/>
                </a:lnTo>
                <a:close/>
                <a:moveTo>
                  <a:pt x="20116" y="15020"/>
                </a:moveTo>
                <a:lnTo>
                  <a:pt x="20333" y="15020"/>
                </a:lnTo>
                <a:lnTo>
                  <a:pt x="20333" y="19103"/>
                </a:lnTo>
                <a:lnTo>
                  <a:pt x="20116" y="19103"/>
                </a:lnTo>
                <a:lnTo>
                  <a:pt x="20116" y="150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73" name="Google Shape;273;p12"/>
          <p:cNvGrpSpPr/>
          <p:nvPr/>
        </p:nvGrpSpPr>
        <p:grpSpPr>
          <a:xfrm>
            <a:off x="7896119" y="6644890"/>
            <a:ext cx="3851138" cy="1377766"/>
            <a:chOff x="-1" y="-1"/>
            <a:chExt cx="3851136" cy="1377765"/>
          </a:xfrm>
        </p:grpSpPr>
        <p:sp>
          <p:nvSpPr>
            <p:cNvPr id="274" name="Google Shape;274;p12"/>
            <p:cNvSpPr/>
            <p:nvPr/>
          </p:nvSpPr>
          <p:spPr>
            <a:xfrm>
              <a:off x="53881" y="53881"/>
              <a:ext cx="3743373" cy="12700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Manzana</a:t>
              </a:r>
              <a:endParaRPr/>
            </a:p>
          </p:txBody>
        </p:sp>
        <p:pic>
          <p:nvPicPr>
            <p:cNvPr descr="Manzana" id="275" name="Google Shape;275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" y="-1"/>
              <a:ext cx="3851136" cy="13777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6" name="Google Shape;276;p12"/>
          <p:cNvGrpSpPr/>
          <p:nvPr/>
        </p:nvGrpSpPr>
        <p:grpSpPr>
          <a:xfrm>
            <a:off x="563928" y="7911552"/>
            <a:ext cx="3851138" cy="1377766"/>
            <a:chOff x="-1" y="-1"/>
            <a:chExt cx="3851136" cy="1377765"/>
          </a:xfrm>
        </p:grpSpPr>
        <p:sp>
          <p:nvSpPr>
            <p:cNvPr id="277" name="Google Shape;277;p12"/>
            <p:cNvSpPr/>
            <p:nvPr/>
          </p:nvSpPr>
          <p:spPr>
            <a:xfrm>
              <a:off x="53881" y="53881"/>
              <a:ext cx="3743373" cy="12700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color</a:t>
              </a:r>
              <a:endParaRPr/>
            </a:p>
          </p:txBody>
        </p:sp>
        <p:pic>
          <p:nvPicPr>
            <p:cNvPr descr="color" id="278" name="Google Shape;278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" y="-1"/>
              <a:ext cx="3851136" cy="13777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9" name="Google Shape;279;p12"/>
          <p:cNvGrpSpPr/>
          <p:nvPr/>
        </p:nvGrpSpPr>
        <p:grpSpPr>
          <a:xfrm>
            <a:off x="7896119" y="7911552"/>
            <a:ext cx="3851138" cy="1377766"/>
            <a:chOff x="-1" y="-1"/>
            <a:chExt cx="3851136" cy="1377765"/>
          </a:xfrm>
        </p:grpSpPr>
        <p:sp>
          <p:nvSpPr>
            <p:cNvPr id="280" name="Google Shape;280;p12"/>
            <p:cNvSpPr/>
            <p:nvPr/>
          </p:nvSpPr>
          <p:spPr>
            <a:xfrm>
              <a:off x="53881" y="53881"/>
              <a:ext cx="3743373" cy="12700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peso</a:t>
              </a:r>
              <a:endParaRPr/>
            </a:p>
          </p:txBody>
        </p:sp>
        <p:pic>
          <p:nvPicPr>
            <p:cNvPr descr="peso" id="281" name="Google Shape;281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" y="-1"/>
              <a:ext cx="3851136" cy="137776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"/>
          <p:cNvSpPr txBox="1"/>
          <p:nvPr>
            <p:ph idx="4294967295" type="subTitle"/>
          </p:nvPr>
        </p:nvSpPr>
        <p:spPr>
          <a:xfrm>
            <a:off x="-2742904" y="477140"/>
            <a:ext cx="10464801" cy="11303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b="0" i="0" lang="en-US" sz="3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Contexto A</a:t>
            </a:r>
            <a:endParaRPr/>
          </a:p>
        </p:txBody>
      </p:sp>
      <p:sp>
        <p:nvSpPr>
          <p:cNvPr id="287" name="Google Shape;287;p13"/>
          <p:cNvSpPr txBox="1"/>
          <p:nvPr/>
        </p:nvSpPr>
        <p:spPr>
          <a:xfrm>
            <a:off x="-2742904" y="1569340"/>
            <a:ext cx="10464801" cy="11303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2"/>
              <a:buFont typeface="Helvetica Neue"/>
              <a:buNone/>
            </a:pPr>
            <a:r>
              <a:rPr b="0" i="0" lang="en-US" sz="1702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Necesitamos contar la cantidad de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2"/>
              <a:buFont typeface="Helvetica Neue"/>
              <a:buNone/>
            </a:pPr>
            <a:r>
              <a:rPr b="0" i="0" lang="en-US" sz="1702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manzanas que tenemos de cada color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2"/>
              <a:buFont typeface="Helvetica Neue"/>
              <a:buNone/>
            </a:pPr>
            <a:r>
              <a:t/>
            </a:r>
            <a:endParaRPr b="0" i="0" sz="1702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8" name="Google Shape;288;p13"/>
          <p:cNvSpPr txBox="1"/>
          <p:nvPr/>
        </p:nvSpPr>
        <p:spPr>
          <a:xfrm>
            <a:off x="7370389" y="1582040"/>
            <a:ext cx="5240167" cy="11303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6"/>
              <a:buFont typeface="Helvetica Neue"/>
              <a:buNone/>
            </a:pPr>
            <a:r>
              <a:rPr b="0" i="0" lang="en-US" sz="1776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Necesitamos seleccionar manzanas para exportar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6"/>
              <a:buFont typeface="Helvetica Neue"/>
              <a:buNone/>
            </a:pPr>
            <a:r>
              <a:rPr b="0" i="0" lang="en-US" sz="1776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pudiendo ser solo aquellas cuyo peso unitario sea de 150g y 7 cm de alto</a:t>
            </a:r>
            <a:endParaRPr/>
          </a:p>
        </p:txBody>
      </p:sp>
      <p:sp>
        <p:nvSpPr>
          <p:cNvPr id="289" name="Google Shape;289;p13"/>
          <p:cNvSpPr txBox="1"/>
          <p:nvPr/>
        </p:nvSpPr>
        <p:spPr>
          <a:xfrm>
            <a:off x="4589287" y="477140"/>
            <a:ext cx="10464801" cy="11303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Helvetica Neue"/>
              <a:buNone/>
            </a:pPr>
            <a:r>
              <a:rPr b="0" i="0" lang="en-US" sz="3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Contexto B</a:t>
            </a:r>
            <a:endParaRPr/>
          </a:p>
        </p:txBody>
      </p:sp>
      <p:sp>
        <p:nvSpPr>
          <p:cNvPr id="290" name="Google Shape;290;p13"/>
          <p:cNvSpPr/>
          <p:nvPr/>
        </p:nvSpPr>
        <p:spPr>
          <a:xfrm>
            <a:off x="1240182" y="2783611"/>
            <a:ext cx="993304" cy="1130301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2538945" y="2783611"/>
            <a:ext cx="993304" cy="1130301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rgbClr val="EB220C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7156715" y="3408692"/>
            <a:ext cx="577653" cy="657324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rgbClr val="EB220C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10807688" y="3115546"/>
            <a:ext cx="1270934" cy="1446222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rgbClr val="EB220C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94" name="Google Shape;294;p13"/>
          <p:cNvGrpSpPr/>
          <p:nvPr/>
        </p:nvGrpSpPr>
        <p:grpSpPr>
          <a:xfrm>
            <a:off x="563928" y="5679690"/>
            <a:ext cx="3851138" cy="1377766"/>
            <a:chOff x="-1" y="-1"/>
            <a:chExt cx="3851136" cy="1377765"/>
          </a:xfrm>
        </p:grpSpPr>
        <p:sp>
          <p:nvSpPr>
            <p:cNvPr id="295" name="Google Shape;295;p13"/>
            <p:cNvSpPr/>
            <p:nvPr/>
          </p:nvSpPr>
          <p:spPr>
            <a:xfrm>
              <a:off x="53881" y="53881"/>
              <a:ext cx="3743373" cy="12700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Manzana</a:t>
              </a:r>
              <a:endParaRPr/>
            </a:p>
          </p:txBody>
        </p:sp>
        <p:pic>
          <p:nvPicPr>
            <p:cNvPr descr="Manzana" id="296" name="Google Shape;296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" y="-1"/>
              <a:ext cx="3851136" cy="137776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7" name="Google Shape;297;p13"/>
          <p:cNvSpPr/>
          <p:nvPr/>
        </p:nvSpPr>
        <p:spPr>
          <a:xfrm>
            <a:off x="430127" y="4125230"/>
            <a:ext cx="993304" cy="1130301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1741553" y="4125230"/>
            <a:ext cx="993304" cy="1130301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rgbClr val="EB220C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3165314" y="4125230"/>
            <a:ext cx="993304" cy="1130301"/>
          </a:xfrm>
          <a:custGeom>
            <a:rect b="b" l="l" r="r" t="t"/>
            <a:pathLst>
              <a:path extrusionOk="0" h="20613" w="17410">
                <a:moveTo>
                  <a:pt x="0" y="2"/>
                </a:moveTo>
                <a:cubicBezTo>
                  <a:pt x="1451" y="3943"/>
                  <a:pt x="5157" y="4456"/>
                  <a:pt x="6978" y="3382"/>
                </a:cubicBezTo>
                <a:cubicBezTo>
                  <a:pt x="7286" y="3563"/>
                  <a:pt x="8060" y="4073"/>
                  <a:pt x="8550" y="4884"/>
                </a:cubicBezTo>
                <a:cubicBezTo>
                  <a:pt x="8454" y="5252"/>
                  <a:pt x="8387" y="5636"/>
                  <a:pt x="8341" y="6039"/>
                </a:cubicBezTo>
                <a:cubicBezTo>
                  <a:pt x="7169" y="5159"/>
                  <a:pt x="4412" y="3710"/>
                  <a:pt x="1571" y="6696"/>
                </a:cubicBezTo>
                <a:cubicBezTo>
                  <a:pt x="-2090" y="10545"/>
                  <a:pt x="1666" y="17304"/>
                  <a:pt x="3532" y="19171"/>
                </a:cubicBezTo>
                <a:cubicBezTo>
                  <a:pt x="5051" y="20690"/>
                  <a:pt x="7284" y="21033"/>
                  <a:pt x="8895" y="20084"/>
                </a:cubicBezTo>
                <a:cubicBezTo>
                  <a:pt x="10541" y="20966"/>
                  <a:pt x="12760" y="20533"/>
                  <a:pt x="14220" y="18952"/>
                </a:cubicBezTo>
                <a:cubicBezTo>
                  <a:pt x="16014" y="17010"/>
                  <a:pt x="19510" y="10100"/>
                  <a:pt x="15705" y="6404"/>
                </a:cubicBezTo>
                <a:cubicBezTo>
                  <a:pt x="12821" y="3604"/>
                  <a:pt x="10177" y="5030"/>
                  <a:pt x="8996" y="5962"/>
                </a:cubicBezTo>
                <a:cubicBezTo>
                  <a:pt x="9362" y="4276"/>
                  <a:pt x="10299" y="2881"/>
                  <a:pt x="11830" y="1818"/>
                </a:cubicBezTo>
                <a:cubicBezTo>
                  <a:pt x="12127" y="1605"/>
                  <a:pt x="11429" y="972"/>
                  <a:pt x="11062" y="1235"/>
                </a:cubicBezTo>
                <a:cubicBezTo>
                  <a:pt x="9865" y="2172"/>
                  <a:pt x="9134" y="3168"/>
                  <a:pt x="8722" y="4327"/>
                </a:cubicBezTo>
                <a:cubicBezTo>
                  <a:pt x="8152" y="3554"/>
                  <a:pt x="7406" y="3094"/>
                  <a:pt x="7137" y="2944"/>
                </a:cubicBezTo>
                <a:cubicBezTo>
                  <a:pt x="6952" y="2300"/>
                  <a:pt x="6374" y="756"/>
                  <a:pt x="4976" y="243"/>
                </a:cubicBezTo>
                <a:cubicBezTo>
                  <a:pt x="2769" y="-567"/>
                  <a:pt x="2384" y="993"/>
                  <a:pt x="0" y="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7103476" y="2865457"/>
            <a:ext cx="2227042" cy="1946400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cubicBezTo>
                  <a:pt x="10226" y="0"/>
                  <a:pt x="9760" y="531"/>
                  <a:pt x="9761" y="1187"/>
                </a:cubicBezTo>
                <a:cubicBezTo>
                  <a:pt x="9761" y="1611"/>
                  <a:pt x="9955" y="1983"/>
                  <a:pt x="10247" y="2193"/>
                </a:cubicBezTo>
                <a:lnTo>
                  <a:pt x="10247" y="2956"/>
                </a:lnTo>
                <a:cubicBezTo>
                  <a:pt x="9939" y="3110"/>
                  <a:pt x="9689" y="3387"/>
                  <a:pt x="9546" y="3734"/>
                </a:cubicBezTo>
                <a:lnTo>
                  <a:pt x="2528" y="3734"/>
                </a:lnTo>
                <a:lnTo>
                  <a:pt x="2528" y="4844"/>
                </a:lnTo>
                <a:lnTo>
                  <a:pt x="3409" y="4844"/>
                </a:lnTo>
                <a:lnTo>
                  <a:pt x="845" y="13979"/>
                </a:lnTo>
                <a:lnTo>
                  <a:pt x="0" y="13979"/>
                </a:lnTo>
                <a:cubicBezTo>
                  <a:pt x="713" y="15444"/>
                  <a:pt x="2079" y="16435"/>
                  <a:pt x="3648" y="16435"/>
                </a:cubicBezTo>
                <a:cubicBezTo>
                  <a:pt x="5218" y="16435"/>
                  <a:pt x="6585" y="15444"/>
                  <a:pt x="7298" y="13979"/>
                </a:cubicBezTo>
                <a:lnTo>
                  <a:pt x="6453" y="13979"/>
                </a:lnTo>
                <a:lnTo>
                  <a:pt x="3888" y="4844"/>
                </a:lnTo>
                <a:lnTo>
                  <a:pt x="9469" y="4844"/>
                </a:lnTo>
                <a:cubicBezTo>
                  <a:pt x="9583" y="5301"/>
                  <a:pt x="9872" y="5673"/>
                  <a:pt x="10247" y="5860"/>
                </a:cubicBezTo>
                <a:lnTo>
                  <a:pt x="10247" y="10137"/>
                </a:lnTo>
                <a:lnTo>
                  <a:pt x="9447" y="13379"/>
                </a:lnTo>
                <a:lnTo>
                  <a:pt x="9447" y="19963"/>
                </a:lnTo>
                <a:lnTo>
                  <a:pt x="6460" y="19963"/>
                </a:lnTo>
                <a:cubicBezTo>
                  <a:pt x="6276" y="19963"/>
                  <a:pt x="6111" y="20093"/>
                  <a:pt x="6046" y="20289"/>
                </a:cubicBezTo>
                <a:lnTo>
                  <a:pt x="5613" y="21600"/>
                </a:lnTo>
                <a:lnTo>
                  <a:pt x="15987" y="21600"/>
                </a:lnTo>
                <a:lnTo>
                  <a:pt x="15552" y="20289"/>
                </a:lnTo>
                <a:cubicBezTo>
                  <a:pt x="15487" y="20093"/>
                  <a:pt x="15322" y="19963"/>
                  <a:pt x="15139" y="19963"/>
                </a:cubicBezTo>
                <a:lnTo>
                  <a:pt x="12153" y="19963"/>
                </a:lnTo>
                <a:lnTo>
                  <a:pt x="12153" y="13379"/>
                </a:lnTo>
                <a:lnTo>
                  <a:pt x="11353" y="10139"/>
                </a:lnTo>
                <a:lnTo>
                  <a:pt x="11353" y="5860"/>
                </a:lnTo>
                <a:cubicBezTo>
                  <a:pt x="11728" y="5673"/>
                  <a:pt x="12016" y="5302"/>
                  <a:pt x="12130" y="4846"/>
                </a:cubicBezTo>
                <a:lnTo>
                  <a:pt x="17710" y="4846"/>
                </a:lnTo>
                <a:lnTo>
                  <a:pt x="15147" y="13979"/>
                </a:lnTo>
                <a:lnTo>
                  <a:pt x="14302" y="13979"/>
                </a:lnTo>
                <a:cubicBezTo>
                  <a:pt x="15015" y="15444"/>
                  <a:pt x="16380" y="16435"/>
                  <a:pt x="17950" y="16435"/>
                </a:cubicBezTo>
                <a:cubicBezTo>
                  <a:pt x="19519" y="16435"/>
                  <a:pt x="20887" y="15444"/>
                  <a:pt x="21600" y="13979"/>
                </a:cubicBezTo>
                <a:lnTo>
                  <a:pt x="20753" y="13979"/>
                </a:lnTo>
                <a:lnTo>
                  <a:pt x="18190" y="4844"/>
                </a:lnTo>
                <a:lnTo>
                  <a:pt x="19072" y="4844"/>
                </a:lnTo>
                <a:lnTo>
                  <a:pt x="19072" y="3734"/>
                </a:lnTo>
                <a:lnTo>
                  <a:pt x="12052" y="3734"/>
                </a:lnTo>
                <a:cubicBezTo>
                  <a:pt x="11909" y="3388"/>
                  <a:pt x="11661" y="3110"/>
                  <a:pt x="11353" y="2956"/>
                </a:cubicBezTo>
                <a:lnTo>
                  <a:pt x="11353" y="2193"/>
                </a:lnTo>
                <a:cubicBezTo>
                  <a:pt x="11645" y="1983"/>
                  <a:pt x="11838" y="1611"/>
                  <a:pt x="11838" y="1187"/>
                </a:cubicBezTo>
                <a:cubicBezTo>
                  <a:pt x="11838" y="531"/>
                  <a:pt x="11374" y="0"/>
                  <a:pt x="10800" y="0"/>
                </a:cubicBezTo>
                <a:close/>
                <a:moveTo>
                  <a:pt x="3486" y="5791"/>
                </a:moveTo>
                <a:lnTo>
                  <a:pt x="3486" y="13979"/>
                </a:lnTo>
                <a:lnTo>
                  <a:pt x="1188" y="13979"/>
                </a:lnTo>
                <a:lnTo>
                  <a:pt x="3486" y="5791"/>
                </a:lnTo>
                <a:close/>
                <a:moveTo>
                  <a:pt x="3812" y="5791"/>
                </a:moveTo>
                <a:lnTo>
                  <a:pt x="6110" y="13979"/>
                </a:lnTo>
                <a:lnTo>
                  <a:pt x="3812" y="13979"/>
                </a:lnTo>
                <a:lnTo>
                  <a:pt x="3812" y="5791"/>
                </a:lnTo>
                <a:close/>
                <a:moveTo>
                  <a:pt x="17788" y="5791"/>
                </a:moveTo>
                <a:lnTo>
                  <a:pt x="17788" y="13979"/>
                </a:lnTo>
                <a:lnTo>
                  <a:pt x="15490" y="13979"/>
                </a:lnTo>
                <a:lnTo>
                  <a:pt x="17788" y="5791"/>
                </a:lnTo>
                <a:close/>
                <a:moveTo>
                  <a:pt x="18114" y="5791"/>
                </a:moveTo>
                <a:lnTo>
                  <a:pt x="20412" y="13979"/>
                </a:lnTo>
                <a:lnTo>
                  <a:pt x="18114" y="13979"/>
                </a:lnTo>
                <a:lnTo>
                  <a:pt x="18114" y="5791"/>
                </a:lnTo>
                <a:close/>
              </a:path>
            </a:pathLst>
          </a:custGeom>
          <a:solidFill>
            <a:srgbClr val="004C7F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1" name="Google Shape;301;p13"/>
          <p:cNvSpPr/>
          <p:nvPr/>
        </p:nvSpPr>
        <p:spPr>
          <a:xfrm rot="-5400000">
            <a:off x="9615358" y="3763527"/>
            <a:ext cx="1602972" cy="297615"/>
          </a:xfrm>
          <a:custGeom>
            <a:rect b="b" l="l" r="r" t="t"/>
            <a:pathLst>
              <a:path extrusionOk="0" h="21600" w="21600">
                <a:moveTo>
                  <a:pt x="437" y="0"/>
                </a:moveTo>
                <a:cubicBezTo>
                  <a:pt x="196" y="0"/>
                  <a:pt x="0" y="1044"/>
                  <a:pt x="0" y="2342"/>
                </a:cubicBezTo>
                <a:lnTo>
                  <a:pt x="0" y="19258"/>
                </a:lnTo>
                <a:cubicBezTo>
                  <a:pt x="0" y="20556"/>
                  <a:pt x="196" y="21600"/>
                  <a:pt x="437" y="21600"/>
                </a:cubicBezTo>
                <a:lnTo>
                  <a:pt x="21163" y="21600"/>
                </a:lnTo>
                <a:cubicBezTo>
                  <a:pt x="21404" y="21600"/>
                  <a:pt x="21600" y="20556"/>
                  <a:pt x="21600" y="19258"/>
                </a:cubicBezTo>
                <a:lnTo>
                  <a:pt x="21600" y="2342"/>
                </a:lnTo>
                <a:cubicBezTo>
                  <a:pt x="21600" y="1044"/>
                  <a:pt x="21404" y="0"/>
                  <a:pt x="21163" y="0"/>
                </a:cubicBezTo>
                <a:lnTo>
                  <a:pt x="437" y="0"/>
                </a:lnTo>
                <a:close/>
                <a:moveTo>
                  <a:pt x="19439" y="7273"/>
                </a:moveTo>
                <a:cubicBezTo>
                  <a:pt x="19672" y="7273"/>
                  <a:pt x="19860" y="8287"/>
                  <a:pt x="19860" y="9542"/>
                </a:cubicBezTo>
                <a:cubicBezTo>
                  <a:pt x="19860" y="10798"/>
                  <a:pt x="19672" y="11821"/>
                  <a:pt x="19439" y="11821"/>
                </a:cubicBezTo>
                <a:cubicBezTo>
                  <a:pt x="19206" y="11821"/>
                  <a:pt x="19018" y="10797"/>
                  <a:pt x="19018" y="9542"/>
                </a:cubicBezTo>
                <a:cubicBezTo>
                  <a:pt x="19018" y="8287"/>
                  <a:pt x="19206" y="7273"/>
                  <a:pt x="19439" y="7273"/>
                </a:cubicBezTo>
                <a:close/>
                <a:moveTo>
                  <a:pt x="677" y="9478"/>
                </a:moveTo>
                <a:lnTo>
                  <a:pt x="893" y="9478"/>
                </a:lnTo>
                <a:lnTo>
                  <a:pt x="893" y="19103"/>
                </a:lnTo>
                <a:lnTo>
                  <a:pt x="677" y="19103"/>
                </a:lnTo>
                <a:lnTo>
                  <a:pt x="677" y="9478"/>
                </a:lnTo>
                <a:close/>
                <a:moveTo>
                  <a:pt x="5658" y="9478"/>
                </a:moveTo>
                <a:lnTo>
                  <a:pt x="5875" y="9478"/>
                </a:lnTo>
                <a:lnTo>
                  <a:pt x="5875" y="19103"/>
                </a:lnTo>
                <a:lnTo>
                  <a:pt x="5658" y="19103"/>
                </a:lnTo>
                <a:lnTo>
                  <a:pt x="5658" y="9478"/>
                </a:lnTo>
                <a:close/>
                <a:moveTo>
                  <a:pt x="10694" y="9478"/>
                </a:moveTo>
                <a:lnTo>
                  <a:pt x="10911" y="9478"/>
                </a:lnTo>
                <a:lnTo>
                  <a:pt x="10911" y="19103"/>
                </a:lnTo>
                <a:lnTo>
                  <a:pt x="10694" y="19103"/>
                </a:lnTo>
                <a:lnTo>
                  <a:pt x="10694" y="9478"/>
                </a:lnTo>
                <a:close/>
                <a:moveTo>
                  <a:pt x="15730" y="9478"/>
                </a:moveTo>
                <a:lnTo>
                  <a:pt x="15947" y="9478"/>
                </a:lnTo>
                <a:lnTo>
                  <a:pt x="15947" y="19103"/>
                </a:lnTo>
                <a:lnTo>
                  <a:pt x="15730" y="19103"/>
                </a:lnTo>
                <a:lnTo>
                  <a:pt x="15730" y="9478"/>
                </a:lnTo>
                <a:close/>
                <a:moveTo>
                  <a:pt x="20712" y="9478"/>
                </a:moveTo>
                <a:lnTo>
                  <a:pt x="20928" y="9478"/>
                </a:lnTo>
                <a:lnTo>
                  <a:pt x="20928" y="19103"/>
                </a:lnTo>
                <a:lnTo>
                  <a:pt x="20712" y="19103"/>
                </a:lnTo>
                <a:lnTo>
                  <a:pt x="20712" y="9478"/>
                </a:lnTo>
                <a:close/>
                <a:moveTo>
                  <a:pt x="3168" y="12395"/>
                </a:moveTo>
                <a:lnTo>
                  <a:pt x="3384" y="12395"/>
                </a:lnTo>
                <a:lnTo>
                  <a:pt x="3384" y="19103"/>
                </a:lnTo>
                <a:lnTo>
                  <a:pt x="3168" y="19103"/>
                </a:lnTo>
                <a:lnTo>
                  <a:pt x="3168" y="12395"/>
                </a:lnTo>
                <a:close/>
                <a:moveTo>
                  <a:pt x="8203" y="12395"/>
                </a:moveTo>
                <a:lnTo>
                  <a:pt x="8420" y="12395"/>
                </a:lnTo>
                <a:lnTo>
                  <a:pt x="8420" y="19103"/>
                </a:lnTo>
                <a:lnTo>
                  <a:pt x="8203" y="19103"/>
                </a:lnTo>
                <a:lnTo>
                  <a:pt x="8203" y="12395"/>
                </a:lnTo>
                <a:close/>
                <a:moveTo>
                  <a:pt x="13185" y="12395"/>
                </a:moveTo>
                <a:lnTo>
                  <a:pt x="13402" y="12395"/>
                </a:lnTo>
                <a:lnTo>
                  <a:pt x="13402" y="19103"/>
                </a:lnTo>
                <a:lnTo>
                  <a:pt x="13185" y="19103"/>
                </a:lnTo>
                <a:lnTo>
                  <a:pt x="13185" y="12395"/>
                </a:lnTo>
                <a:close/>
                <a:moveTo>
                  <a:pt x="18221" y="12395"/>
                </a:moveTo>
                <a:lnTo>
                  <a:pt x="18437" y="12395"/>
                </a:lnTo>
                <a:lnTo>
                  <a:pt x="18437" y="19103"/>
                </a:lnTo>
                <a:lnTo>
                  <a:pt x="18221" y="19103"/>
                </a:lnTo>
                <a:lnTo>
                  <a:pt x="18221" y="12395"/>
                </a:lnTo>
                <a:close/>
                <a:moveTo>
                  <a:pt x="1272" y="15020"/>
                </a:moveTo>
                <a:lnTo>
                  <a:pt x="1489" y="15020"/>
                </a:lnTo>
                <a:lnTo>
                  <a:pt x="1489" y="19103"/>
                </a:lnTo>
                <a:lnTo>
                  <a:pt x="1272" y="19103"/>
                </a:lnTo>
                <a:lnTo>
                  <a:pt x="1272" y="15020"/>
                </a:lnTo>
                <a:close/>
                <a:moveTo>
                  <a:pt x="1922" y="15020"/>
                </a:moveTo>
                <a:lnTo>
                  <a:pt x="2139" y="15020"/>
                </a:lnTo>
                <a:lnTo>
                  <a:pt x="2139" y="19103"/>
                </a:lnTo>
                <a:lnTo>
                  <a:pt x="1922" y="19103"/>
                </a:lnTo>
                <a:lnTo>
                  <a:pt x="1922" y="15020"/>
                </a:lnTo>
                <a:close/>
                <a:moveTo>
                  <a:pt x="2518" y="15020"/>
                </a:moveTo>
                <a:lnTo>
                  <a:pt x="2734" y="15020"/>
                </a:lnTo>
                <a:lnTo>
                  <a:pt x="2734" y="19103"/>
                </a:lnTo>
                <a:lnTo>
                  <a:pt x="2518" y="19103"/>
                </a:lnTo>
                <a:lnTo>
                  <a:pt x="2518" y="15020"/>
                </a:lnTo>
                <a:close/>
                <a:moveTo>
                  <a:pt x="3817" y="15020"/>
                </a:moveTo>
                <a:lnTo>
                  <a:pt x="4034" y="15020"/>
                </a:lnTo>
                <a:lnTo>
                  <a:pt x="4034" y="19103"/>
                </a:lnTo>
                <a:lnTo>
                  <a:pt x="3817" y="19103"/>
                </a:lnTo>
                <a:lnTo>
                  <a:pt x="3817" y="15020"/>
                </a:lnTo>
                <a:close/>
                <a:moveTo>
                  <a:pt x="4413" y="15020"/>
                </a:moveTo>
                <a:lnTo>
                  <a:pt x="4630" y="15020"/>
                </a:lnTo>
                <a:lnTo>
                  <a:pt x="4630" y="19103"/>
                </a:lnTo>
                <a:lnTo>
                  <a:pt x="4413" y="19103"/>
                </a:lnTo>
                <a:lnTo>
                  <a:pt x="4413" y="15020"/>
                </a:lnTo>
                <a:close/>
                <a:moveTo>
                  <a:pt x="5063" y="15020"/>
                </a:moveTo>
                <a:lnTo>
                  <a:pt x="5279" y="15020"/>
                </a:lnTo>
                <a:lnTo>
                  <a:pt x="5279" y="19103"/>
                </a:lnTo>
                <a:lnTo>
                  <a:pt x="5063" y="19103"/>
                </a:lnTo>
                <a:lnTo>
                  <a:pt x="5063" y="15020"/>
                </a:lnTo>
                <a:close/>
                <a:moveTo>
                  <a:pt x="6308" y="15020"/>
                </a:moveTo>
                <a:lnTo>
                  <a:pt x="6525" y="15020"/>
                </a:lnTo>
                <a:lnTo>
                  <a:pt x="6525" y="19103"/>
                </a:lnTo>
                <a:lnTo>
                  <a:pt x="6308" y="19103"/>
                </a:lnTo>
                <a:lnTo>
                  <a:pt x="6308" y="15020"/>
                </a:lnTo>
                <a:close/>
                <a:moveTo>
                  <a:pt x="6904" y="15020"/>
                </a:moveTo>
                <a:lnTo>
                  <a:pt x="7120" y="15020"/>
                </a:lnTo>
                <a:lnTo>
                  <a:pt x="7120" y="19103"/>
                </a:lnTo>
                <a:lnTo>
                  <a:pt x="6904" y="19103"/>
                </a:lnTo>
                <a:lnTo>
                  <a:pt x="6904" y="15020"/>
                </a:lnTo>
                <a:close/>
                <a:moveTo>
                  <a:pt x="7554" y="15020"/>
                </a:moveTo>
                <a:lnTo>
                  <a:pt x="7770" y="15020"/>
                </a:lnTo>
                <a:lnTo>
                  <a:pt x="7770" y="19103"/>
                </a:lnTo>
                <a:lnTo>
                  <a:pt x="7554" y="19103"/>
                </a:lnTo>
                <a:lnTo>
                  <a:pt x="7554" y="15020"/>
                </a:lnTo>
                <a:close/>
                <a:moveTo>
                  <a:pt x="8799" y="15020"/>
                </a:moveTo>
                <a:lnTo>
                  <a:pt x="9016" y="15020"/>
                </a:lnTo>
                <a:lnTo>
                  <a:pt x="9016" y="19103"/>
                </a:lnTo>
                <a:lnTo>
                  <a:pt x="8799" y="19103"/>
                </a:lnTo>
                <a:lnTo>
                  <a:pt x="8799" y="15020"/>
                </a:lnTo>
                <a:close/>
                <a:moveTo>
                  <a:pt x="9449" y="15020"/>
                </a:moveTo>
                <a:lnTo>
                  <a:pt x="9665" y="15020"/>
                </a:lnTo>
                <a:lnTo>
                  <a:pt x="9665" y="19103"/>
                </a:lnTo>
                <a:lnTo>
                  <a:pt x="9449" y="19103"/>
                </a:lnTo>
                <a:lnTo>
                  <a:pt x="9449" y="15020"/>
                </a:lnTo>
                <a:close/>
                <a:moveTo>
                  <a:pt x="10044" y="15020"/>
                </a:moveTo>
                <a:lnTo>
                  <a:pt x="10261" y="15020"/>
                </a:lnTo>
                <a:lnTo>
                  <a:pt x="10261" y="19103"/>
                </a:lnTo>
                <a:lnTo>
                  <a:pt x="10044" y="19103"/>
                </a:lnTo>
                <a:lnTo>
                  <a:pt x="10044" y="15020"/>
                </a:lnTo>
                <a:close/>
                <a:moveTo>
                  <a:pt x="11344" y="15020"/>
                </a:moveTo>
                <a:lnTo>
                  <a:pt x="11506" y="15020"/>
                </a:lnTo>
                <a:lnTo>
                  <a:pt x="11506" y="19103"/>
                </a:lnTo>
                <a:lnTo>
                  <a:pt x="11344" y="19103"/>
                </a:lnTo>
                <a:lnTo>
                  <a:pt x="11344" y="15020"/>
                </a:lnTo>
                <a:close/>
                <a:moveTo>
                  <a:pt x="11940" y="15020"/>
                </a:moveTo>
                <a:lnTo>
                  <a:pt x="12156" y="15020"/>
                </a:lnTo>
                <a:lnTo>
                  <a:pt x="12156" y="19103"/>
                </a:lnTo>
                <a:lnTo>
                  <a:pt x="11940" y="19103"/>
                </a:lnTo>
                <a:lnTo>
                  <a:pt x="11940" y="15020"/>
                </a:lnTo>
                <a:close/>
                <a:moveTo>
                  <a:pt x="12589" y="15020"/>
                </a:moveTo>
                <a:lnTo>
                  <a:pt x="12806" y="15020"/>
                </a:lnTo>
                <a:lnTo>
                  <a:pt x="12806" y="19103"/>
                </a:lnTo>
                <a:lnTo>
                  <a:pt x="12589" y="19103"/>
                </a:lnTo>
                <a:lnTo>
                  <a:pt x="12589" y="15020"/>
                </a:lnTo>
                <a:close/>
                <a:moveTo>
                  <a:pt x="13835" y="15020"/>
                </a:moveTo>
                <a:lnTo>
                  <a:pt x="14051" y="15020"/>
                </a:lnTo>
                <a:lnTo>
                  <a:pt x="14051" y="19103"/>
                </a:lnTo>
                <a:lnTo>
                  <a:pt x="13835" y="19103"/>
                </a:lnTo>
                <a:lnTo>
                  <a:pt x="13835" y="15020"/>
                </a:lnTo>
                <a:close/>
                <a:moveTo>
                  <a:pt x="14430" y="15020"/>
                </a:moveTo>
                <a:lnTo>
                  <a:pt x="14647" y="15020"/>
                </a:lnTo>
                <a:lnTo>
                  <a:pt x="14647" y="19103"/>
                </a:lnTo>
                <a:lnTo>
                  <a:pt x="14430" y="19103"/>
                </a:lnTo>
                <a:lnTo>
                  <a:pt x="14430" y="15020"/>
                </a:lnTo>
                <a:close/>
                <a:moveTo>
                  <a:pt x="15080" y="15020"/>
                </a:moveTo>
                <a:lnTo>
                  <a:pt x="15297" y="15020"/>
                </a:lnTo>
                <a:lnTo>
                  <a:pt x="15297" y="19103"/>
                </a:lnTo>
                <a:lnTo>
                  <a:pt x="15080" y="19103"/>
                </a:lnTo>
                <a:lnTo>
                  <a:pt x="15080" y="15020"/>
                </a:lnTo>
                <a:close/>
                <a:moveTo>
                  <a:pt x="16326" y="15020"/>
                </a:moveTo>
                <a:lnTo>
                  <a:pt x="16542" y="15020"/>
                </a:lnTo>
                <a:lnTo>
                  <a:pt x="16542" y="19103"/>
                </a:lnTo>
                <a:lnTo>
                  <a:pt x="16326" y="19103"/>
                </a:lnTo>
                <a:lnTo>
                  <a:pt x="16326" y="15020"/>
                </a:lnTo>
                <a:close/>
                <a:moveTo>
                  <a:pt x="16975" y="15020"/>
                </a:moveTo>
                <a:lnTo>
                  <a:pt x="17192" y="15020"/>
                </a:lnTo>
                <a:lnTo>
                  <a:pt x="17192" y="19103"/>
                </a:lnTo>
                <a:lnTo>
                  <a:pt x="16975" y="19103"/>
                </a:lnTo>
                <a:lnTo>
                  <a:pt x="16975" y="15020"/>
                </a:lnTo>
                <a:close/>
                <a:moveTo>
                  <a:pt x="17571" y="15020"/>
                </a:moveTo>
                <a:lnTo>
                  <a:pt x="17788" y="15020"/>
                </a:lnTo>
                <a:lnTo>
                  <a:pt x="17788" y="19103"/>
                </a:lnTo>
                <a:lnTo>
                  <a:pt x="17571" y="19103"/>
                </a:lnTo>
                <a:lnTo>
                  <a:pt x="17571" y="15020"/>
                </a:lnTo>
                <a:close/>
                <a:moveTo>
                  <a:pt x="18816" y="15020"/>
                </a:moveTo>
                <a:lnTo>
                  <a:pt x="19033" y="15020"/>
                </a:lnTo>
                <a:lnTo>
                  <a:pt x="19033" y="19103"/>
                </a:lnTo>
                <a:lnTo>
                  <a:pt x="18816" y="19103"/>
                </a:lnTo>
                <a:lnTo>
                  <a:pt x="18816" y="15020"/>
                </a:lnTo>
                <a:close/>
                <a:moveTo>
                  <a:pt x="19466" y="15020"/>
                </a:moveTo>
                <a:lnTo>
                  <a:pt x="19683" y="15020"/>
                </a:lnTo>
                <a:lnTo>
                  <a:pt x="19683" y="19103"/>
                </a:lnTo>
                <a:lnTo>
                  <a:pt x="19466" y="19103"/>
                </a:lnTo>
                <a:lnTo>
                  <a:pt x="19466" y="15020"/>
                </a:lnTo>
                <a:close/>
                <a:moveTo>
                  <a:pt x="20116" y="15020"/>
                </a:moveTo>
                <a:lnTo>
                  <a:pt x="20333" y="15020"/>
                </a:lnTo>
                <a:lnTo>
                  <a:pt x="20333" y="19103"/>
                </a:lnTo>
                <a:lnTo>
                  <a:pt x="20116" y="19103"/>
                </a:lnTo>
                <a:lnTo>
                  <a:pt x="20116" y="150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302" name="Google Shape;302;p13"/>
          <p:cNvGrpSpPr/>
          <p:nvPr/>
        </p:nvGrpSpPr>
        <p:grpSpPr>
          <a:xfrm>
            <a:off x="7896119" y="5692390"/>
            <a:ext cx="3851138" cy="1377766"/>
            <a:chOff x="-1" y="-1"/>
            <a:chExt cx="3851136" cy="1377765"/>
          </a:xfrm>
        </p:grpSpPr>
        <p:sp>
          <p:nvSpPr>
            <p:cNvPr id="303" name="Google Shape;303;p13"/>
            <p:cNvSpPr/>
            <p:nvPr/>
          </p:nvSpPr>
          <p:spPr>
            <a:xfrm>
              <a:off x="53881" y="53881"/>
              <a:ext cx="3743373" cy="12700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Manzana</a:t>
              </a:r>
              <a:endParaRPr/>
            </a:p>
          </p:txBody>
        </p:sp>
        <p:pic>
          <p:nvPicPr>
            <p:cNvPr descr="Manzana" id="304" name="Google Shape;304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" y="-1"/>
              <a:ext cx="3851136" cy="13777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5" name="Google Shape;305;p13"/>
          <p:cNvGrpSpPr/>
          <p:nvPr/>
        </p:nvGrpSpPr>
        <p:grpSpPr>
          <a:xfrm>
            <a:off x="563928" y="6946352"/>
            <a:ext cx="3851138" cy="1377766"/>
            <a:chOff x="-1" y="-1"/>
            <a:chExt cx="3851136" cy="1377765"/>
          </a:xfrm>
        </p:grpSpPr>
        <p:sp>
          <p:nvSpPr>
            <p:cNvPr id="306" name="Google Shape;306;p13"/>
            <p:cNvSpPr/>
            <p:nvPr/>
          </p:nvSpPr>
          <p:spPr>
            <a:xfrm>
              <a:off x="53881" y="53881"/>
              <a:ext cx="3743373" cy="12700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color</a:t>
              </a:r>
              <a:endParaRPr/>
            </a:p>
          </p:txBody>
        </p:sp>
        <p:pic>
          <p:nvPicPr>
            <p:cNvPr descr="color" id="307" name="Google Shape;307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" y="-1"/>
              <a:ext cx="3851136" cy="13777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8" name="Google Shape;308;p13"/>
          <p:cNvGrpSpPr/>
          <p:nvPr/>
        </p:nvGrpSpPr>
        <p:grpSpPr>
          <a:xfrm>
            <a:off x="7896119" y="6959052"/>
            <a:ext cx="3851138" cy="1377766"/>
            <a:chOff x="-1" y="-1"/>
            <a:chExt cx="3851136" cy="1377765"/>
          </a:xfrm>
        </p:grpSpPr>
        <p:sp>
          <p:nvSpPr>
            <p:cNvPr id="309" name="Google Shape;309;p13"/>
            <p:cNvSpPr/>
            <p:nvPr/>
          </p:nvSpPr>
          <p:spPr>
            <a:xfrm>
              <a:off x="53881" y="53881"/>
              <a:ext cx="3743373" cy="12700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peso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altura</a:t>
              </a:r>
              <a:endParaRPr/>
            </a:p>
          </p:txBody>
        </p:sp>
        <p:pic>
          <p:nvPicPr>
            <p:cNvPr descr="peso…" id="310" name="Google Shape;310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" y="-1"/>
              <a:ext cx="3851136" cy="13777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1" name="Google Shape;311;p13"/>
          <p:cNvGrpSpPr/>
          <p:nvPr/>
        </p:nvGrpSpPr>
        <p:grpSpPr>
          <a:xfrm>
            <a:off x="563928" y="8213013"/>
            <a:ext cx="3851138" cy="1377766"/>
            <a:chOff x="-1" y="-1"/>
            <a:chExt cx="3851136" cy="1377765"/>
          </a:xfrm>
        </p:grpSpPr>
        <p:sp>
          <p:nvSpPr>
            <p:cNvPr id="312" name="Google Shape;312;p13"/>
            <p:cNvSpPr/>
            <p:nvPr/>
          </p:nvSpPr>
          <p:spPr>
            <a:xfrm>
              <a:off x="53881" y="53881"/>
              <a:ext cx="3743373" cy="12700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mover</a:t>
              </a:r>
              <a:endParaRPr/>
            </a:p>
          </p:txBody>
        </p:sp>
        <p:pic>
          <p:nvPicPr>
            <p:cNvPr descr="mover" id="313" name="Google Shape;313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" y="-1"/>
              <a:ext cx="3851136" cy="13777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4" name="Google Shape;314;p13"/>
          <p:cNvGrpSpPr/>
          <p:nvPr/>
        </p:nvGrpSpPr>
        <p:grpSpPr>
          <a:xfrm>
            <a:off x="7896118" y="8213013"/>
            <a:ext cx="3851138" cy="1377766"/>
            <a:chOff x="-1" y="-1"/>
            <a:chExt cx="3851136" cy="1377765"/>
          </a:xfrm>
        </p:grpSpPr>
        <p:sp>
          <p:nvSpPr>
            <p:cNvPr id="315" name="Google Shape;315;p13"/>
            <p:cNvSpPr/>
            <p:nvPr/>
          </p:nvSpPr>
          <p:spPr>
            <a:xfrm>
              <a:off x="53881" y="53881"/>
              <a:ext cx="3743373" cy="12700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seleccionar</a:t>
              </a:r>
              <a:endParaRPr/>
            </a:p>
          </p:txBody>
        </p:sp>
        <p:pic>
          <p:nvPicPr>
            <p:cNvPr descr="seleccionar" id="316" name="Google Shape;316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" y="-1"/>
              <a:ext cx="3851136" cy="137776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4"/>
          <p:cNvSpPr/>
          <p:nvPr/>
        </p:nvSpPr>
        <p:spPr>
          <a:xfrm>
            <a:off x="10082982" y="3648350"/>
            <a:ext cx="392959" cy="37145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Imagen" id="322" name="Google Shape;32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1538" y="2067385"/>
            <a:ext cx="8479466" cy="40906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5"/>
          <p:cNvSpPr/>
          <p:nvPr/>
        </p:nvSpPr>
        <p:spPr>
          <a:xfrm>
            <a:off x="10082982" y="3648350"/>
            <a:ext cx="392959" cy="37145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Imagen" id="328" name="Google Shape;32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0050" y="1454150"/>
            <a:ext cx="8890000" cy="444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5"/>
          <p:cNvSpPr txBox="1"/>
          <p:nvPr>
            <p:ph idx="4294967295" type="subTitle"/>
          </p:nvPr>
        </p:nvSpPr>
        <p:spPr>
          <a:xfrm rot="66000">
            <a:off x="4588617" y="4136775"/>
            <a:ext cx="4056166" cy="582115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AD01"/>
              </a:buClr>
              <a:buSzPts val="2500"/>
              <a:buFont typeface="Helvetica Neue"/>
              <a:buNone/>
            </a:pPr>
            <a:r>
              <a:rPr b="1" i="0" lang="en-US" sz="2500" u="none" cap="none" strike="noStrike">
                <a:solidFill>
                  <a:srgbClr val="1DAD0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Ejercicio</a:t>
            </a:r>
            <a:endParaRPr/>
          </a:p>
        </p:txBody>
      </p:sp>
      <p:sp>
        <p:nvSpPr>
          <p:cNvPr id="330" name="Google Shape;330;p15"/>
          <p:cNvSpPr txBox="1"/>
          <p:nvPr/>
        </p:nvSpPr>
        <p:spPr>
          <a:xfrm>
            <a:off x="1704213" y="6146799"/>
            <a:ext cx="9055334" cy="1371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Identificar las clases de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objetos</a:t>
            </a: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del contexto planteado y describir los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atributos</a:t>
            </a: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responsabilidades</a:t>
            </a: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necesarios utilizando los pasos propuestos por Rumbaugh. 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6"/>
          <p:cNvSpPr txBox="1"/>
          <p:nvPr/>
        </p:nvSpPr>
        <p:spPr>
          <a:xfrm>
            <a:off x="57193" y="2338684"/>
            <a:ext cx="12890415" cy="264406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7"/>
              <a:buFont typeface="Helvetica Neue"/>
              <a:buNone/>
            </a:pPr>
            <a:r>
              <a:rPr b="0" i="0" lang="en-US" sz="2257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aplicación de música online cuenta con álbumes de los cuales se muestra su nombre, foto y año de lanzamiento. Los álbumes lo podemos guardar en favoritos. De cada canción se conoce su título y duración en segundos y cualquier canción la podemos reproducir y pausar en cualquier momento.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7"/>
              <a:buFont typeface="Helvetica Neue"/>
              <a:buNone/>
            </a:pPr>
            <a:r>
              <a:rPr b="0" i="0" lang="en-US" sz="2257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aplicación cuenta además con usuarios, de los que se sabe su nombre de usuario (unívoco), su estado (habilitado, prueba gratis o suspendido), contraseña y nro de tarjeta ya que todos los meses se intenta cobrar a los mismos.</a:t>
            </a:r>
            <a:br>
              <a:rPr b="0" i="0" lang="en-US" sz="732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</p:txBody>
      </p:sp>
      <p:pic>
        <p:nvPicPr>
          <p:cNvPr descr="Imagen" id="336" name="Google Shape;33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3134" y="428856"/>
            <a:ext cx="2768863" cy="17039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7" name="Google Shape;337;p16"/>
          <p:cNvGrpSpPr/>
          <p:nvPr/>
        </p:nvGrpSpPr>
        <p:grpSpPr>
          <a:xfrm>
            <a:off x="437299" y="5188657"/>
            <a:ext cx="3851138" cy="1377766"/>
            <a:chOff x="-1" y="-1"/>
            <a:chExt cx="3851136" cy="1377765"/>
          </a:xfrm>
        </p:grpSpPr>
        <p:sp>
          <p:nvSpPr>
            <p:cNvPr id="338" name="Google Shape;338;p16"/>
            <p:cNvSpPr/>
            <p:nvPr/>
          </p:nvSpPr>
          <p:spPr>
            <a:xfrm>
              <a:off x="53881" y="53881"/>
              <a:ext cx="3743373" cy="12700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Album</a:t>
              </a:r>
              <a:endParaRPr/>
            </a:p>
          </p:txBody>
        </p:sp>
        <p:pic>
          <p:nvPicPr>
            <p:cNvPr descr="Album" id="339" name="Google Shape;339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1" y="-1"/>
              <a:ext cx="3851136" cy="13777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0" name="Google Shape;340;p16"/>
          <p:cNvGrpSpPr/>
          <p:nvPr/>
        </p:nvGrpSpPr>
        <p:grpSpPr>
          <a:xfrm>
            <a:off x="437299" y="6442655"/>
            <a:ext cx="3851138" cy="1377766"/>
            <a:chOff x="-1" y="-1"/>
            <a:chExt cx="3851136" cy="1377765"/>
          </a:xfrm>
        </p:grpSpPr>
        <p:sp>
          <p:nvSpPr>
            <p:cNvPr id="341" name="Google Shape;341;p16"/>
            <p:cNvSpPr/>
            <p:nvPr/>
          </p:nvSpPr>
          <p:spPr>
            <a:xfrm>
              <a:off x="53881" y="53881"/>
              <a:ext cx="3743373" cy="12700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nombre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foto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año</a:t>
              </a:r>
              <a:endParaRPr/>
            </a:p>
          </p:txBody>
        </p:sp>
        <p:pic>
          <p:nvPicPr>
            <p:cNvPr descr="nombre…" id="342" name="Google Shape;34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1" y="-1"/>
              <a:ext cx="3851136" cy="13777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3" name="Google Shape;343;p16"/>
          <p:cNvGrpSpPr/>
          <p:nvPr/>
        </p:nvGrpSpPr>
        <p:grpSpPr>
          <a:xfrm>
            <a:off x="437299" y="7696653"/>
            <a:ext cx="3851138" cy="1377766"/>
            <a:chOff x="-1" y="-1"/>
            <a:chExt cx="3851136" cy="1377765"/>
          </a:xfrm>
        </p:grpSpPr>
        <p:sp>
          <p:nvSpPr>
            <p:cNvPr id="344" name="Google Shape;344;p16"/>
            <p:cNvSpPr/>
            <p:nvPr/>
          </p:nvSpPr>
          <p:spPr>
            <a:xfrm>
              <a:off x="53881" y="53881"/>
              <a:ext cx="3743373" cy="12700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guardar</a:t>
              </a:r>
              <a:endParaRPr/>
            </a:p>
          </p:txBody>
        </p:sp>
        <p:pic>
          <p:nvPicPr>
            <p:cNvPr descr="guardar" id="345" name="Google Shape;345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1" y="-1"/>
              <a:ext cx="3851136" cy="13777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6" name="Google Shape;346;p16"/>
          <p:cNvGrpSpPr/>
          <p:nvPr/>
        </p:nvGrpSpPr>
        <p:grpSpPr>
          <a:xfrm>
            <a:off x="4691997" y="5188657"/>
            <a:ext cx="3851137" cy="1377766"/>
            <a:chOff x="-1" y="-1"/>
            <a:chExt cx="3851136" cy="1377765"/>
          </a:xfrm>
        </p:grpSpPr>
        <p:sp>
          <p:nvSpPr>
            <p:cNvPr id="347" name="Google Shape;347;p16"/>
            <p:cNvSpPr/>
            <p:nvPr/>
          </p:nvSpPr>
          <p:spPr>
            <a:xfrm>
              <a:off x="53881" y="53881"/>
              <a:ext cx="3743373" cy="12700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Canción</a:t>
              </a:r>
              <a:endParaRPr/>
            </a:p>
          </p:txBody>
        </p:sp>
        <p:pic>
          <p:nvPicPr>
            <p:cNvPr descr="Canción" id="348" name="Google Shape;348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1" y="-1"/>
              <a:ext cx="3851136" cy="13777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9" name="Google Shape;349;p16"/>
          <p:cNvGrpSpPr/>
          <p:nvPr/>
        </p:nvGrpSpPr>
        <p:grpSpPr>
          <a:xfrm>
            <a:off x="4691997" y="6442655"/>
            <a:ext cx="3851137" cy="1377766"/>
            <a:chOff x="-1" y="-1"/>
            <a:chExt cx="3851136" cy="1377765"/>
          </a:xfrm>
        </p:grpSpPr>
        <p:sp>
          <p:nvSpPr>
            <p:cNvPr id="350" name="Google Shape;350;p16"/>
            <p:cNvSpPr/>
            <p:nvPr/>
          </p:nvSpPr>
          <p:spPr>
            <a:xfrm>
              <a:off x="53881" y="53881"/>
              <a:ext cx="3743373" cy="12700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titulo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duración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descr="titulo…" id="351" name="Google Shape;351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1" y="-1"/>
              <a:ext cx="3851136" cy="13777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2" name="Google Shape;352;p16"/>
          <p:cNvGrpSpPr/>
          <p:nvPr/>
        </p:nvGrpSpPr>
        <p:grpSpPr>
          <a:xfrm>
            <a:off x="4691997" y="7696653"/>
            <a:ext cx="3851137" cy="1377766"/>
            <a:chOff x="-1" y="-1"/>
            <a:chExt cx="3851136" cy="1377765"/>
          </a:xfrm>
        </p:grpSpPr>
        <p:sp>
          <p:nvSpPr>
            <p:cNvPr id="353" name="Google Shape;353;p16"/>
            <p:cNvSpPr/>
            <p:nvPr/>
          </p:nvSpPr>
          <p:spPr>
            <a:xfrm>
              <a:off x="53881" y="53881"/>
              <a:ext cx="3743373" cy="12700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reproducir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pausar</a:t>
              </a:r>
              <a:endParaRPr/>
            </a:p>
          </p:txBody>
        </p:sp>
        <p:pic>
          <p:nvPicPr>
            <p:cNvPr descr="reproducir…" id="354" name="Google Shape;354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1" y="-1"/>
              <a:ext cx="3851136" cy="13777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5" name="Google Shape;355;p16"/>
          <p:cNvGrpSpPr/>
          <p:nvPr/>
        </p:nvGrpSpPr>
        <p:grpSpPr>
          <a:xfrm>
            <a:off x="8884196" y="5188657"/>
            <a:ext cx="3851138" cy="1377766"/>
            <a:chOff x="-1" y="-1"/>
            <a:chExt cx="3851136" cy="1377765"/>
          </a:xfrm>
        </p:grpSpPr>
        <p:sp>
          <p:nvSpPr>
            <p:cNvPr id="356" name="Google Shape;356;p16"/>
            <p:cNvSpPr/>
            <p:nvPr/>
          </p:nvSpPr>
          <p:spPr>
            <a:xfrm>
              <a:off x="53881" y="53881"/>
              <a:ext cx="3743373" cy="12700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Usuario</a:t>
              </a:r>
              <a:endParaRPr/>
            </a:p>
          </p:txBody>
        </p:sp>
        <p:pic>
          <p:nvPicPr>
            <p:cNvPr descr="Usuario" id="357" name="Google Shape;357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1" y="-1"/>
              <a:ext cx="3851136" cy="13777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8" name="Google Shape;358;p16"/>
          <p:cNvGrpSpPr/>
          <p:nvPr/>
        </p:nvGrpSpPr>
        <p:grpSpPr>
          <a:xfrm>
            <a:off x="8884196" y="6442656"/>
            <a:ext cx="3851138" cy="1821263"/>
            <a:chOff x="-1" y="0"/>
            <a:chExt cx="3851136" cy="1821262"/>
          </a:xfrm>
        </p:grpSpPr>
        <p:sp>
          <p:nvSpPr>
            <p:cNvPr id="359" name="Google Shape;359;p16"/>
            <p:cNvSpPr/>
            <p:nvPr/>
          </p:nvSpPr>
          <p:spPr>
            <a:xfrm>
              <a:off x="53881" y="53881"/>
              <a:ext cx="3743373" cy="171349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nombre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estado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contraseña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tarjeta</a:t>
              </a:r>
              <a:endParaRPr/>
            </a:p>
          </p:txBody>
        </p:sp>
        <p:pic>
          <p:nvPicPr>
            <p:cNvPr descr="nombre…" id="360" name="Google Shape;360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1" y="0"/>
              <a:ext cx="3851136" cy="182126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1" name="Google Shape;361;p16"/>
          <p:cNvGrpSpPr/>
          <p:nvPr/>
        </p:nvGrpSpPr>
        <p:grpSpPr>
          <a:xfrm>
            <a:off x="8884196" y="8168940"/>
            <a:ext cx="3851138" cy="905479"/>
            <a:chOff x="-1" y="-1"/>
            <a:chExt cx="3851136" cy="905478"/>
          </a:xfrm>
        </p:grpSpPr>
        <p:sp>
          <p:nvSpPr>
            <p:cNvPr id="362" name="Google Shape;362;p16"/>
            <p:cNvSpPr/>
            <p:nvPr/>
          </p:nvSpPr>
          <p:spPr>
            <a:xfrm>
              <a:off x="53881" y="53881"/>
              <a:ext cx="3743373" cy="7977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cobrar</a:t>
              </a:r>
              <a:endParaRPr/>
            </a:p>
          </p:txBody>
        </p:sp>
        <p:pic>
          <p:nvPicPr>
            <p:cNvPr descr="cobrar" id="363" name="Google Shape;363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-1" y="-1"/>
              <a:ext cx="3851136" cy="90547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7"/>
          <p:cNvSpPr txBox="1"/>
          <p:nvPr/>
        </p:nvSpPr>
        <p:spPr>
          <a:xfrm>
            <a:off x="9708581" y="3654576"/>
            <a:ext cx="2744115" cy="461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James Rumbaugh</a:t>
            </a:r>
            <a:endParaRPr/>
          </a:p>
        </p:txBody>
      </p:sp>
      <p:sp>
        <p:nvSpPr>
          <p:cNvPr id="369" name="Google Shape;369;p17"/>
          <p:cNvSpPr txBox="1"/>
          <p:nvPr>
            <p:ph idx="4294967295" type="subTitle"/>
          </p:nvPr>
        </p:nvSpPr>
        <p:spPr>
          <a:xfrm>
            <a:off x="-956821" y="604480"/>
            <a:ext cx="8522198" cy="56785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71"/>
              <a:buFont typeface="Helvetica Neue"/>
              <a:buNone/>
            </a:pPr>
            <a:r>
              <a:rPr b="0" i="0" lang="en-US" sz="3071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Identificar las clases de objetos</a:t>
            </a:r>
            <a:endParaRPr/>
          </a:p>
        </p:txBody>
      </p:sp>
      <p:sp>
        <p:nvSpPr>
          <p:cNvPr id="370" name="Google Shape;370;p17"/>
          <p:cNvSpPr txBox="1"/>
          <p:nvPr/>
        </p:nvSpPr>
        <p:spPr>
          <a:xfrm>
            <a:off x="-423421" y="1328380"/>
            <a:ext cx="8522198" cy="56785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71"/>
              <a:buFont typeface="Helvetica Neue"/>
              <a:buNone/>
            </a:pPr>
            <a:r>
              <a:rPr b="0" i="0" lang="en-US" sz="3071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Retener clases de objetos candidatas</a:t>
            </a:r>
            <a:endParaRPr/>
          </a:p>
        </p:txBody>
      </p:sp>
      <p:sp>
        <p:nvSpPr>
          <p:cNvPr id="371" name="Google Shape;371;p17"/>
          <p:cNvSpPr txBox="1"/>
          <p:nvPr/>
        </p:nvSpPr>
        <p:spPr>
          <a:xfrm>
            <a:off x="-1680721" y="2052280"/>
            <a:ext cx="8522198" cy="56785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71"/>
              <a:buFont typeface="Helvetica Neue"/>
              <a:buNone/>
            </a:pPr>
            <a:r>
              <a:rPr b="0" i="0" lang="en-US" sz="3071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Preparar un diccionario</a:t>
            </a:r>
            <a:endParaRPr/>
          </a:p>
        </p:txBody>
      </p:sp>
      <p:sp>
        <p:nvSpPr>
          <p:cNvPr id="372" name="Google Shape;372;p17"/>
          <p:cNvSpPr txBox="1"/>
          <p:nvPr/>
        </p:nvSpPr>
        <p:spPr>
          <a:xfrm>
            <a:off x="-1706121" y="2776180"/>
            <a:ext cx="8522198" cy="56785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71"/>
              <a:buFont typeface="Helvetica Neue"/>
              <a:buNone/>
            </a:pPr>
            <a:r>
              <a:rPr b="0" i="0" lang="en-US" sz="3071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Identificar los atributos</a:t>
            </a:r>
            <a:endParaRPr/>
          </a:p>
        </p:txBody>
      </p:sp>
      <p:sp>
        <p:nvSpPr>
          <p:cNvPr id="373" name="Google Shape;373;p17"/>
          <p:cNvSpPr txBox="1"/>
          <p:nvPr/>
        </p:nvSpPr>
        <p:spPr>
          <a:xfrm>
            <a:off x="-1020321" y="3500080"/>
            <a:ext cx="8522198" cy="56785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71"/>
              <a:buFont typeface="Helvetica Neue"/>
              <a:buNone/>
            </a:pPr>
            <a:r>
              <a:rPr b="0" i="0" lang="en-US" sz="3071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Retener los atributos correctos</a:t>
            </a:r>
            <a:endParaRPr/>
          </a:p>
        </p:txBody>
      </p:sp>
      <p:sp>
        <p:nvSpPr>
          <p:cNvPr id="374" name="Google Shape;374;p17"/>
          <p:cNvSpPr txBox="1"/>
          <p:nvPr/>
        </p:nvSpPr>
        <p:spPr>
          <a:xfrm>
            <a:off x="-918721" y="4223980"/>
            <a:ext cx="8522198" cy="56785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71"/>
              <a:buFont typeface="Helvetica Neue"/>
              <a:buNone/>
            </a:pPr>
            <a:r>
              <a:rPr b="0" i="0" lang="en-US" sz="3071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Identificar las responsabilidades</a:t>
            </a:r>
            <a:endParaRPr/>
          </a:p>
        </p:txBody>
      </p:sp>
      <p:sp>
        <p:nvSpPr>
          <p:cNvPr id="375" name="Google Shape;375;p17"/>
          <p:cNvSpPr txBox="1"/>
          <p:nvPr/>
        </p:nvSpPr>
        <p:spPr>
          <a:xfrm>
            <a:off x="-245621" y="4935180"/>
            <a:ext cx="8522198" cy="56785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71"/>
              <a:buFont typeface="Helvetica Neue"/>
              <a:buNone/>
            </a:pPr>
            <a:r>
              <a:rPr b="0" i="0" lang="en-US" sz="3071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Retener las responsabilidades correctas</a:t>
            </a:r>
            <a:endParaRPr/>
          </a:p>
        </p:txBody>
      </p:sp>
      <p:pic>
        <p:nvPicPr>
          <p:cNvPr descr="Imagen" id="376" name="Google Shape;37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7288" y="654050"/>
            <a:ext cx="2806701" cy="28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8"/>
          <p:cNvSpPr/>
          <p:nvPr/>
        </p:nvSpPr>
        <p:spPr>
          <a:xfrm>
            <a:off x="10082982" y="3648350"/>
            <a:ext cx="392959" cy="37145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Imagen" id="382" name="Google Shape;3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1538" y="2067385"/>
            <a:ext cx="8479466" cy="40906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